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Gothic A1"/>
      <p:regular r:id="rId21"/>
      <p:bold r:id="rId22"/>
    </p:embeddedFont>
    <p:embeddedFont>
      <p:font typeface="Helvetica Neue"/>
      <p:regular r:id="rId23"/>
      <p:bold r:id="rId24"/>
      <p:italic r:id="rId25"/>
      <p:boldItalic r:id="rId26"/>
    </p:embeddedFont>
    <p:embeddedFont>
      <p:font typeface="Playfair Display Black"/>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288">
          <p15:clr>
            <a:srgbClr val="9AA0A6"/>
          </p15:clr>
        </p15:guide>
        <p15:guide id="4" orient="horz" pos="720">
          <p15:clr>
            <a:srgbClr val="9AA0A6"/>
          </p15:clr>
        </p15:guide>
        <p15:guide id="5" orient="horz" pos="427">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938CE6-A6D9-42AA-A405-5641AD2FC792}">
  <a:tblStyle styleId="{B4938CE6-A6D9-42AA-A405-5641AD2FC7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88"/>
        <p:guide pos="720" orient="horz"/>
        <p:guide pos="42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GothicA1-bold.fntdata"/><Relationship Id="rId21" Type="http://schemas.openxmlformats.org/officeDocument/2006/relationships/font" Target="fonts/GothicA1-regular.fntdata"/><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PlayfairDisplayBlack-boldItalic.fntdata"/><Relationship Id="rId27" Type="http://schemas.openxmlformats.org/officeDocument/2006/relationships/font" Target="fonts/PlayfairDisplayBlac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c7cbdd5b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c7cbdd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12c7cbdd5b5_0_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c7cbdd5b5_0_5: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12c7cbdd5b5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g12c7cbdd5b5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2c7cbdd5b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2c7cbdd5b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2c7cbdd5b5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2c7cbdd5b5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c7cbdd5b5_0_4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12c7cbdd5b5_0_474: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c7cbdd5b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c7cbdd5b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2c7cbdd5b5_0_516: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12c7cbdd5b5_0_5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12c7cbdd5b5_0_5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c7cbdd5b5_0_82: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12c7cbdd5b5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p:txBody>
      </p:sp>
      <p:sp>
        <p:nvSpPr>
          <p:cNvPr id="181" name="Google Shape;181;g12c7cbdd5b5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2c7cbdd5b5_0_92: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12c7cbdd5b5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Include an overview of how your potential partners will benefit and grow from this relationship.</a:t>
            </a:r>
            <a:endParaRPr/>
          </a:p>
        </p:txBody>
      </p:sp>
      <p:sp>
        <p:nvSpPr>
          <p:cNvPr id="192" name="Google Shape;192;g12c7cbdd5b5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2c7cbdd5b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2c7cbdd5b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2c7cbdd5b5_0_117: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12c7cbdd5b5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12c7cbdd5b5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c7cbdd5b5_0_1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12c7cbdd5b5_0_141: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c7cbdd5b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c7cbdd5b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2c7cbdd5b5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2c7cbdd5b5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p:cSld name="TITLE_1">
    <p:bg>
      <p:bgPr>
        <a:solidFill>
          <a:schemeClr val="accen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457200" y="2831925"/>
            <a:ext cx="7329000" cy="1399800"/>
          </a:xfrm>
          <a:prstGeom prst="rect">
            <a:avLst/>
          </a:prstGeom>
        </p:spPr>
        <p:txBody>
          <a:bodyPr anchorCtr="0" anchor="t" bIns="0" lIns="0" spcFirstLastPara="1" rIns="0" wrap="square" tIns="0">
            <a:normAutofit/>
          </a:bodyPr>
          <a:lstStyle>
            <a:lvl1pPr lvl="0" rtl="0">
              <a:spcBef>
                <a:spcPts val="0"/>
              </a:spcBef>
              <a:spcAft>
                <a:spcPts val="0"/>
              </a:spcAft>
              <a:buNone/>
              <a:defRPr sz="4200">
                <a:solidFill>
                  <a:schemeClr val="lt1"/>
                </a:solidFill>
                <a:latin typeface="Playfair Display Black"/>
                <a:ea typeface="Playfair Display Black"/>
                <a:cs typeface="Playfair Display Black"/>
                <a:sym typeface="Playfair Display Black"/>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3" name="Google Shape;53;p13"/>
          <p:cNvSpPr txBox="1"/>
          <p:nvPr>
            <p:ph idx="1" type="subTitle"/>
          </p:nvPr>
        </p:nvSpPr>
        <p:spPr>
          <a:xfrm>
            <a:off x="457200" y="4269626"/>
            <a:ext cx="7583400" cy="393600"/>
          </a:xfrm>
          <a:prstGeom prst="rect">
            <a:avLst/>
          </a:prstGeom>
        </p:spPr>
        <p:txBody>
          <a:bodyPr anchorCtr="0" anchor="t" bIns="0" lIns="0" spcFirstLastPara="1" rIns="0" wrap="square" tIns="0">
            <a:normAutofit/>
          </a:bodyPr>
          <a:lstStyle>
            <a:lvl1pPr lvl="0" rtl="0">
              <a:spcBef>
                <a:spcPts val="0"/>
              </a:spcBef>
              <a:spcAft>
                <a:spcPts val="0"/>
              </a:spcAft>
              <a:buNone/>
              <a:defRPr sz="1200">
                <a:solidFill>
                  <a:schemeClr val="lt1"/>
                </a:solidFill>
                <a:latin typeface="Gothic A1"/>
                <a:ea typeface="Gothic A1"/>
                <a:cs typeface="Gothic A1"/>
                <a:sym typeface="Gothic A1"/>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p:txBody>
      </p:sp>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1">
  <p:cSld name="TITLE_2">
    <p:bg>
      <p:bgPr>
        <a:solidFill>
          <a:schemeClr val="accent1"/>
        </a:solidFill>
      </p:bgPr>
    </p:bg>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4"/>
          <p:cNvSpPr txBox="1"/>
          <p:nvPr>
            <p:ph type="title"/>
          </p:nvPr>
        </p:nvSpPr>
        <p:spPr>
          <a:xfrm>
            <a:off x="457200" y="2831925"/>
            <a:ext cx="7329000" cy="1399800"/>
          </a:xfrm>
          <a:prstGeom prst="rect">
            <a:avLst/>
          </a:prstGeom>
        </p:spPr>
        <p:txBody>
          <a:bodyPr anchorCtr="0" anchor="t" bIns="0" lIns="0" spcFirstLastPara="1" rIns="0" wrap="square" tIns="0">
            <a:normAutofit/>
          </a:bodyPr>
          <a:lstStyle>
            <a:lvl1pPr lvl="0" rtl="0">
              <a:spcBef>
                <a:spcPts val="0"/>
              </a:spcBef>
              <a:spcAft>
                <a:spcPts val="0"/>
              </a:spcAft>
              <a:buNone/>
              <a:defRPr sz="4200">
                <a:solidFill>
                  <a:schemeClr val="lt1"/>
                </a:solidFill>
                <a:latin typeface="Playfair Display Black"/>
                <a:ea typeface="Playfair Display Black"/>
                <a:cs typeface="Playfair Display Black"/>
                <a:sym typeface="Playfair Display Black"/>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7" name="Google Shape;57;p14"/>
          <p:cNvSpPr txBox="1"/>
          <p:nvPr>
            <p:ph idx="1" type="subTitle"/>
          </p:nvPr>
        </p:nvSpPr>
        <p:spPr>
          <a:xfrm>
            <a:off x="457200" y="4269626"/>
            <a:ext cx="7583400" cy="393600"/>
          </a:xfrm>
          <a:prstGeom prst="rect">
            <a:avLst/>
          </a:prstGeom>
        </p:spPr>
        <p:txBody>
          <a:bodyPr anchorCtr="0" anchor="t" bIns="0" lIns="0" spcFirstLastPara="1" rIns="0" wrap="square" tIns="0">
            <a:normAutofit/>
          </a:bodyPr>
          <a:lstStyle>
            <a:lvl1pPr lvl="0" rtl="0">
              <a:spcBef>
                <a:spcPts val="0"/>
              </a:spcBef>
              <a:spcAft>
                <a:spcPts val="0"/>
              </a:spcAft>
              <a:buNone/>
              <a:defRPr sz="1200">
                <a:solidFill>
                  <a:schemeClr val="lt1"/>
                </a:solidFill>
                <a:latin typeface="Gothic A1"/>
                <a:ea typeface="Gothic A1"/>
                <a:cs typeface="Gothic A1"/>
                <a:sym typeface="Gothic A1"/>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p:txBody>
      </p:sp>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2">
  <p:cSld name="TITLE_3">
    <p:bg>
      <p:bgPr>
        <a:solidFill>
          <a:srgbClr val="14C8EB"/>
        </a:solidFill>
      </p:bgPr>
    </p:bg>
    <p:spTree>
      <p:nvGrpSpPr>
        <p:cNvPr id="58" name="Shape 58"/>
        <p:cNvGrpSpPr/>
        <p:nvPr/>
      </p:nvGrpSpPr>
      <p:grpSpPr>
        <a:xfrm>
          <a:off x="0" y="0"/>
          <a:ext cx="0" cy="0"/>
          <a:chOff x="0" y="0"/>
          <a:chExt cx="0" cy="0"/>
        </a:xfrm>
      </p:grpSpPr>
      <p:sp>
        <p:nvSpPr>
          <p:cNvPr id="59" name="Google Shape;5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txBox="1"/>
          <p:nvPr>
            <p:ph type="title"/>
          </p:nvPr>
        </p:nvSpPr>
        <p:spPr>
          <a:xfrm>
            <a:off x="457200" y="2834644"/>
            <a:ext cx="7329000" cy="793800"/>
          </a:xfrm>
          <a:prstGeom prst="rect">
            <a:avLst/>
          </a:prstGeom>
          <a:noFill/>
        </p:spPr>
        <p:txBody>
          <a:bodyPr anchorCtr="0" anchor="t" bIns="0" lIns="0" spcFirstLastPara="1" rIns="0" wrap="square" tIns="0">
            <a:normAutofit/>
          </a:bodyPr>
          <a:lstStyle>
            <a:lvl1pPr lvl="0" rtl="0">
              <a:spcBef>
                <a:spcPts val="0"/>
              </a:spcBef>
              <a:spcAft>
                <a:spcPts val="0"/>
              </a:spcAft>
              <a:buNone/>
              <a:defRPr sz="4200">
                <a:solidFill>
                  <a:schemeClr val="lt1"/>
                </a:solidFill>
                <a:latin typeface="Helvetica Neue"/>
                <a:ea typeface="Helvetica Neue"/>
                <a:cs typeface="Helvetica Neue"/>
                <a:sym typeface="Helvetica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1" name="Google Shape;61;p15"/>
          <p:cNvSpPr txBox="1"/>
          <p:nvPr>
            <p:ph idx="1" type="subTitle"/>
          </p:nvPr>
        </p:nvSpPr>
        <p:spPr>
          <a:xfrm>
            <a:off x="457200" y="4270092"/>
            <a:ext cx="7583400" cy="393600"/>
          </a:xfrm>
          <a:prstGeom prst="rect">
            <a:avLst/>
          </a:prstGeom>
        </p:spPr>
        <p:txBody>
          <a:bodyPr anchorCtr="0" anchor="t" bIns="0" lIns="0" spcFirstLastPara="1" rIns="0" wrap="square" tIns="0">
            <a:normAutofit/>
          </a:bodyPr>
          <a:lstStyle>
            <a:lvl1pPr lvl="0" rtl="0">
              <a:spcBef>
                <a:spcPts val="0"/>
              </a:spcBef>
              <a:spcAft>
                <a:spcPts val="0"/>
              </a:spcAft>
              <a:buNone/>
              <a:defRPr sz="1200">
                <a:solidFill>
                  <a:schemeClr val="lt1"/>
                </a:solidFill>
                <a:latin typeface="Helvetica Neue"/>
                <a:ea typeface="Helvetica Neue"/>
                <a:cs typeface="Helvetica Neue"/>
                <a:sym typeface="Helvetica Neu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p:txBody>
      </p:sp>
      <p:pic>
        <p:nvPicPr>
          <p:cNvPr id="62" name="Google Shape;62;p15"/>
          <p:cNvPicPr preferRelativeResize="0"/>
          <p:nvPr/>
        </p:nvPicPr>
        <p:blipFill rotWithShape="1">
          <a:blip r:embed="rId2">
            <a:alphaModFix/>
          </a:blip>
          <a:srcRect b="0" l="0" r="0" t="0"/>
          <a:stretch/>
        </p:blipFill>
        <p:spPr>
          <a:xfrm>
            <a:off x="457200" y="2361463"/>
            <a:ext cx="2808299" cy="278825"/>
          </a:xfrm>
          <a:prstGeom prst="rect">
            <a:avLst/>
          </a:prstGeom>
          <a:noFill/>
          <a:ln>
            <a:noFill/>
          </a:ln>
        </p:spPr>
      </p:pic>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cSend logo Color">
  <p:cSld name="SECTION_TITLE_AND_DESCRIPTION_1_1_3">
    <p:bg>
      <p:bgPr>
        <a:solidFill>
          <a:srgbClr val="F7F5F2"/>
        </a:solidFill>
      </p:bgPr>
    </p:bg>
    <p:spTree>
      <p:nvGrpSpPr>
        <p:cNvPr id="63" name="Shape 63"/>
        <p:cNvGrpSpPr/>
        <p:nvPr/>
      </p:nvGrpSpPr>
      <p:grpSpPr>
        <a:xfrm>
          <a:off x="0" y="0"/>
          <a:ext cx="0" cy="0"/>
          <a:chOff x="0" y="0"/>
          <a:chExt cx="0" cy="0"/>
        </a:xfrm>
      </p:grpSpPr>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65" name="Google Shape;65;p16"/>
          <p:cNvPicPr preferRelativeResize="0"/>
          <p:nvPr/>
        </p:nvPicPr>
        <p:blipFill rotWithShape="1">
          <a:blip r:embed="rId2">
            <a:alphaModFix/>
          </a:blip>
          <a:srcRect b="0" l="0" r="-3917" t="9"/>
          <a:stretch/>
        </p:blipFill>
        <p:spPr>
          <a:xfrm>
            <a:off x="457200" y="4778975"/>
            <a:ext cx="1150300" cy="109900"/>
          </a:xfrm>
          <a:prstGeom prst="rect">
            <a:avLst/>
          </a:prstGeom>
          <a:noFill/>
          <a:ln>
            <a:noFill/>
          </a:ln>
        </p:spPr>
      </p:pic>
    </p:spTree>
  </p:cSld>
  <p:clrMapOvr>
    <a:masterClrMapping/>
  </p:clrMapOvr>
  <p:extLst>
    <p:ext uri="{DCECCB84-F9BA-43D5-87BE-67443E8EF086}">
      <p15:sldGuideLst>
        <p15:guide id="1" pos="288">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2_1_1_1">
    <p:bg>
      <p:bgPr>
        <a:solidFill>
          <a:srgbClr val="F7F5F2"/>
        </a:solidFill>
      </p:bgPr>
    </p:bg>
    <p:spTree>
      <p:nvGrpSpPr>
        <p:cNvPr id="66" name="Shape 66"/>
        <p:cNvGrpSpPr/>
        <p:nvPr/>
      </p:nvGrpSpPr>
      <p:grpSpPr>
        <a:xfrm>
          <a:off x="0" y="0"/>
          <a:ext cx="0" cy="0"/>
          <a:chOff x="0" y="0"/>
          <a:chExt cx="0" cy="0"/>
        </a:xfrm>
      </p:grpSpPr>
      <p:sp>
        <p:nvSpPr>
          <p:cNvPr id="67" name="Google Shape;67;p17"/>
          <p:cNvSpPr txBox="1"/>
          <p:nvPr>
            <p:ph type="title"/>
          </p:nvPr>
        </p:nvSpPr>
        <p:spPr>
          <a:xfrm>
            <a:off x="487600" y="375900"/>
            <a:ext cx="7644000" cy="748500"/>
          </a:xfrm>
          <a:prstGeom prst="rect">
            <a:avLst/>
          </a:prstGeom>
        </p:spPr>
        <p:txBody>
          <a:bodyPr anchorCtr="0" anchor="t" bIns="0" lIns="0" spcFirstLastPara="1" rIns="0" wrap="square" tIns="0">
            <a:normAutofit/>
          </a:bodyPr>
          <a:lstStyle>
            <a:lvl1pPr lvl="0" rtl="0">
              <a:spcBef>
                <a:spcPts val="0"/>
              </a:spcBef>
              <a:spcAft>
                <a:spcPts val="0"/>
              </a:spcAft>
              <a:buNone/>
              <a:defRPr sz="4200">
                <a:solidFill>
                  <a:srgbClr val="666666"/>
                </a:solidFill>
                <a:latin typeface="Helvetica Neue"/>
                <a:ea typeface="Helvetica Neue"/>
                <a:cs typeface="Helvetica Neue"/>
                <a:sym typeface="Helvetica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8" name="Google Shape;68;p17"/>
          <p:cNvSpPr txBox="1"/>
          <p:nvPr>
            <p:ph idx="1" type="subTitle"/>
          </p:nvPr>
        </p:nvSpPr>
        <p:spPr>
          <a:xfrm>
            <a:off x="482207" y="1237541"/>
            <a:ext cx="5010600" cy="393600"/>
          </a:xfrm>
          <a:prstGeom prst="rect">
            <a:avLst/>
          </a:prstGeom>
        </p:spPr>
        <p:txBody>
          <a:bodyPr anchorCtr="0" anchor="t" bIns="0" lIns="0" spcFirstLastPara="1" rIns="0" wrap="square" tIns="0">
            <a:normAutofit/>
          </a:bodyPr>
          <a:lstStyle>
            <a:lvl1pPr lvl="0" rtl="0">
              <a:spcBef>
                <a:spcPts val="0"/>
              </a:spcBef>
              <a:spcAft>
                <a:spcPts val="0"/>
              </a:spcAft>
              <a:buNone/>
              <a:defRPr sz="1200">
                <a:solidFill>
                  <a:srgbClr val="595D62"/>
                </a:solidFill>
                <a:latin typeface="Helvetica Neue"/>
                <a:ea typeface="Helvetica Neue"/>
                <a:cs typeface="Helvetica Neue"/>
                <a:sym typeface="Helvetica Neue"/>
              </a:defRPr>
            </a:lvl1pPr>
            <a:lvl2pPr lvl="1" rtl="0">
              <a:spcBef>
                <a:spcPts val="1200"/>
              </a:spcBef>
              <a:spcAft>
                <a:spcPts val="0"/>
              </a:spcAft>
              <a:buNone/>
              <a:defRPr sz="1200">
                <a:solidFill>
                  <a:srgbClr val="595D62"/>
                </a:solidFill>
                <a:latin typeface="Gothic A1"/>
                <a:ea typeface="Gothic A1"/>
                <a:cs typeface="Gothic A1"/>
                <a:sym typeface="Gothic A1"/>
              </a:defRPr>
            </a:lvl2pPr>
            <a:lvl3pPr lvl="2" rtl="0">
              <a:spcBef>
                <a:spcPts val="1200"/>
              </a:spcBef>
              <a:spcAft>
                <a:spcPts val="0"/>
              </a:spcAft>
              <a:buNone/>
              <a:defRPr sz="1200">
                <a:solidFill>
                  <a:srgbClr val="595D62"/>
                </a:solidFill>
                <a:latin typeface="Gothic A1"/>
                <a:ea typeface="Gothic A1"/>
                <a:cs typeface="Gothic A1"/>
                <a:sym typeface="Gothic A1"/>
              </a:defRPr>
            </a:lvl3pPr>
            <a:lvl4pPr lvl="3" rtl="0">
              <a:spcBef>
                <a:spcPts val="1200"/>
              </a:spcBef>
              <a:spcAft>
                <a:spcPts val="0"/>
              </a:spcAft>
              <a:buNone/>
              <a:defRPr sz="1200">
                <a:solidFill>
                  <a:srgbClr val="595D62"/>
                </a:solidFill>
                <a:latin typeface="Gothic A1"/>
                <a:ea typeface="Gothic A1"/>
                <a:cs typeface="Gothic A1"/>
                <a:sym typeface="Gothic A1"/>
              </a:defRPr>
            </a:lvl4pPr>
            <a:lvl5pPr lvl="4" rtl="0">
              <a:spcBef>
                <a:spcPts val="1200"/>
              </a:spcBef>
              <a:spcAft>
                <a:spcPts val="0"/>
              </a:spcAft>
              <a:buNone/>
              <a:defRPr sz="1200">
                <a:solidFill>
                  <a:srgbClr val="595D62"/>
                </a:solidFill>
                <a:latin typeface="Gothic A1"/>
                <a:ea typeface="Gothic A1"/>
                <a:cs typeface="Gothic A1"/>
                <a:sym typeface="Gothic A1"/>
              </a:defRPr>
            </a:lvl5pPr>
            <a:lvl6pPr lvl="5" rtl="0">
              <a:spcBef>
                <a:spcPts val="1200"/>
              </a:spcBef>
              <a:spcAft>
                <a:spcPts val="0"/>
              </a:spcAft>
              <a:buNone/>
              <a:defRPr sz="1200">
                <a:solidFill>
                  <a:srgbClr val="595D62"/>
                </a:solidFill>
                <a:latin typeface="Gothic A1"/>
                <a:ea typeface="Gothic A1"/>
                <a:cs typeface="Gothic A1"/>
                <a:sym typeface="Gothic A1"/>
              </a:defRPr>
            </a:lvl6pPr>
            <a:lvl7pPr lvl="6" rtl="0">
              <a:spcBef>
                <a:spcPts val="1200"/>
              </a:spcBef>
              <a:spcAft>
                <a:spcPts val="0"/>
              </a:spcAft>
              <a:buNone/>
              <a:defRPr sz="1200">
                <a:solidFill>
                  <a:srgbClr val="595D62"/>
                </a:solidFill>
                <a:latin typeface="Gothic A1"/>
                <a:ea typeface="Gothic A1"/>
                <a:cs typeface="Gothic A1"/>
                <a:sym typeface="Gothic A1"/>
              </a:defRPr>
            </a:lvl7pPr>
            <a:lvl8pPr lvl="7" rtl="0">
              <a:spcBef>
                <a:spcPts val="1200"/>
              </a:spcBef>
              <a:spcAft>
                <a:spcPts val="0"/>
              </a:spcAft>
              <a:buNone/>
              <a:defRPr sz="1200">
                <a:solidFill>
                  <a:srgbClr val="595D62"/>
                </a:solidFill>
                <a:latin typeface="Gothic A1"/>
                <a:ea typeface="Gothic A1"/>
                <a:cs typeface="Gothic A1"/>
                <a:sym typeface="Gothic A1"/>
              </a:defRPr>
            </a:lvl8pPr>
            <a:lvl9pPr lvl="8" rtl="0">
              <a:spcBef>
                <a:spcPts val="1200"/>
              </a:spcBef>
              <a:spcAft>
                <a:spcPts val="1200"/>
              </a:spcAft>
              <a:buNone/>
              <a:defRPr sz="1200">
                <a:solidFill>
                  <a:srgbClr val="595D62"/>
                </a:solidFill>
                <a:latin typeface="Gothic A1"/>
                <a:ea typeface="Gothic A1"/>
                <a:cs typeface="Gothic A1"/>
                <a:sym typeface="Gothic A1"/>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4">
  <p:cSld name="SECTION_HEADER_4">
    <p:bg>
      <p:bgPr>
        <a:solidFill>
          <a:srgbClr val="F7F5F2"/>
        </a:solidFill>
      </p:bgPr>
    </p:bg>
    <p:spTree>
      <p:nvGrpSpPr>
        <p:cNvPr id="69" name="Shape 69"/>
        <p:cNvGrpSpPr/>
        <p:nvPr/>
      </p:nvGrpSpPr>
      <p:grpSpPr>
        <a:xfrm>
          <a:off x="0" y="0"/>
          <a:ext cx="0" cy="0"/>
          <a:chOff x="0" y="0"/>
          <a:chExt cx="0" cy="0"/>
        </a:xfrm>
      </p:grpSpPr>
      <p:sp>
        <p:nvSpPr>
          <p:cNvPr id="70" name="Google Shape;70;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1" name="Google Shape;7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3">
  <p:cSld name="TITLE_4">
    <p:bg>
      <p:bgPr>
        <a:solidFill>
          <a:srgbClr val="14C8EB"/>
        </a:solidFill>
      </p:bgPr>
    </p:bg>
    <p:spTree>
      <p:nvGrpSpPr>
        <p:cNvPr id="72" name="Shape 72"/>
        <p:cNvGrpSpPr/>
        <p:nvPr/>
      </p:nvGrpSpPr>
      <p:grpSpPr>
        <a:xfrm>
          <a:off x="0" y="0"/>
          <a:ext cx="0" cy="0"/>
          <a:chOff x="0" y="0"/>
          <a:chExt cx="0" cy="0"/>
        </a:xfrm>
      </p:grpSpPr>
      <p:sp>
        <p:nvSpPr>
          <p:cNvPr id="73" name="Google Shape;7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9"/>
          <p:cNvSpPr txBox="1"/>
          <p:nvPr>
            <p:ph type="title"/>
          </p:nvPr>
        </p:nvSpPr>
        <p:spPr>
          <a:xfrm>
            <a:off x="457200" y="2834644"/>
            <a:ext cx="7329000" cy="793800"/>
          </a:xfrm>
          <a:prstGeom prst="rect">
            <a:avLst/>
          </a:prstGeom>
          <a:noFill/>
        </p:spPr>
        <p:txBody>
          <a:bodyPr anchorCtr="0" anchor="t" bIns="0" lIns="0" spcFirstLastPara="1" rIns="0" wrap="square" tIns="0">
            <a:normAutofit/>
          </a:bodyPr>
          <a:lstStyle>
            <a:lvl1pPr lvl="0" rtl="0">
              <a:spcBef>
                <a:spcPts val="0"/>
              </a:spcBef>
              <a:spcAft>
                <a:spcPts val="0"/>
              </a:spcAft>
              <a:buNone/>
              <a:defRPr sz="4200">
                <a:solidFill>
                  <a:schemeClr val="lt1"/>
                </a:solidFill>
                <a:latin typeface="Helvetica Neue"/>
                <a:ea typeface="Helvetica Neue"/>
                <a:cs typeface="Helvetica Neue"/>
                <a:sym typeface="Helvetica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5" name="Google Shape;75;p19"/>
          <p:cNvSpPr txBox="1"/>
          <p:nvPr>
            <p:ph idx="1" type="subTitle"/>
          </p:nvPr>
        </p:nvSpPr>
        <p:spPr>
          <a:xfrm>
            <a:off x="457200" y="4270092"/>
            <a:ext cx="7583400" cy="393600"/>
          </a:xfrm>
          <a:prstGeom prst="rect">
            <a:avLst/>
          </a:prstGeom>
        </p:spPr>
        <p:txBody>
          <a:bodyPr anchorCtr="0" anchor="t" bIns="0" lIns="0" spcFirstLastPara="1" rIns="0" wrap="square" tIns="0">
            <a:normAutofit/>
          </a:bodyPr>
          <a:lstStyle>
            <a:lvl1pPr lvl="0" rtl="0">
              <a:spcBef>
                <a:spcPts val="0"/>
              </a:spcBef>
              <a:spcAft>
                <a:spcPts val="0"/>
              </a:spcAft>
              <a:buNone/>
              <a:defRPr sz="1200">
                <a:solidFill>
                  <a:schemeClr val="lt1"/>
                </a:solidFill>
                <a:latin typeface="Helvetica Neue"/>
                <a:ea typeface="Helvetica Neue"/>
                <a:cs typeface="Helvetica Neue"/>
                <a:sym typeface="Helvetica Neu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p:txBody>
      </p:sp>
      <p:pic>
        <p:nvPicPr>
          <p:cNvPr id="76" name="Google Shape;76;p19"/>
          <p:cNvPicPr preferRelativeResize="0"/>
          <p:nvPr/>
        </p:nvPicPr>
        <p:blipFill rotWithShape="1">
          <a:blip r:embed="rId2">
            <a:alphaModFix/>
          </a:blip>
          <a:srcRect b="0" l="0" r="0" t="0"/>
          <a:stretch/>
        </p:blipFill>
        <p:spPr>
          <a:xfrm>
            <a:off x="457200" y="2361463"/>
            <a:ext cx="2808299" cy="278825"/>
          </a:xfrm>
          <a:prstGeom prst="rect">
            <a:avLst/>
          </a:prstGeom>
          <a:noFill/>
          <a:ln>
            <a:noFill/>
          </a:ln>
        </p:spPr>
      </p:pic>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Purple Cover 4">
  <p:cSld name="TITLE_5">
    <p:bg>
      <p:bgPr>
        <a:solidFill>
          <a:srgbClr val="14C8EB"/>
        </a:solidFill>
      </p:bgPr>
    </p:bg>
    <p:spTree>
      <p:nvGrpSpPr>
        <p:cNvPr id="77" name="Shape 77"/>
        <p:cNvGrpSpPr/>
        <p:nvPr/>
      </p:nvGrpSpPr>
      <p:grpSpPr>
        <a:xfrm>
          <a:off x="0" y="0"/>
          <a:ext cx="0" cy="0"/>
          <a:chOff x="0" y="0"/>
          <a:chExt cx="0" cy="0"/>
        </a:xfrm>
      </p:grpSpPr>
      <p:sp>
        <p:nvSpPr>
          <p:cNvPr id="78" name="Google Shape;7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20"/>
          <p:cNvSpPr txBox="1"/>
          <p:nvPr>
            <p:ph type="title"/>
          </p:nvPr>
        </p:nvSpPr>
        <p:spPr>
          <a:xfrm>
            <a:off x="457200" y="2834644"/>
            <a:ext cx="7329000" cy="793800"/>
          </a:xfrm>
          <a:prstGeom prst="rect">
            <a:avLst/>
          </a:prstGeom>
          <a:noFill/>
        </p:spPr>
        <p:txBody>
          <a:bodyPr anchorCtr="0" anchor="t" bIns="0" lIns="0" spcFirstLastPara="1" rIns="0" wrap="square" tIns="0">
            <a:normAutofit/>
          </a:bodyPr>
          <a:lstStyle>
            <a:lvl1pPr lvl="0" rtl="0">
              <a:spcBef>
                <a:spcPts val="0"/>
              </a:spcBef>
              <a:spcAft>
                <a:spcPts val="0"/>
              </a:spcAft>
              <a:buNone/>
              <a:defRPr sz="4200">
                <a:solidFill>
                  <a:schemeClr val="lt1"/>
                </a:solidFill>
                <a:latin typeface="Helvetica Neue"/>
                <a:ea typeface="Helvetica Neue"/>
                <a:cs typeface="Helvetica Neue"/>
                <a:sym typeface="Helvetica Neu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0" name="Google Shape;80;p20"/>
          <p:cNvSpPr txBox="1"/>
          <p:nvPr>
            <p:ph idx="1" type="subTitle"/>
          </p:nvPr>
        </p:nvSpPr>
        <p:spPr>
          <a:xfrm>
            <a:off x="457200" y="4270092"/>
            <a:ext cx="7583400" cy="393600"/>
          </a:xfrm>
          <a:prstGeom prst="rect">
            <a:avLst/>
          </a:prstGeom>
        </p:spPr>
        <p:txBody>
          <a:bodyPr anchorCtr="0" anchor="t" bIns="0" lIns="0" spcFirstLastPara="1" rIns="0" wrap="square" tIns="0">
            <a:normAutofit/>
          </a:bodyPr>
          <a:lstStyle>
            <a:lvl1pPr lvl="0" rtl="0">
              <a:spcBef>
                <a:spcPts val="0"/>
              </a:spcBef>
              <a:spcAft>
                <a:spcPts val="0"/>
              </a:spcAft>
              <a:buNone/>
              <a:defRPr sz="1200">
                <a:solidFill>
                  <a:schemeClr val="lt1"/>
                </a:solidFill>
                <a:latin typeface="Helvetica Neue"/>
                <a:ea typeface="Helvetica Neue"/>
                <a:cs typeface="Helvetica Neue"/>
                <a:sym typeface="Helvetica Neue"/>
              </a:defRPr>
            </a:lvl1pPr>
            <a:lvl2pPr lvl="1" rtl="0">
              <a:spcBef>
                <a:spcPts val="1200"/>
              </a:spcBef>
              <a:spcAft>
                <a:spcPts val="0"/>
              </a:spcAft>
              <a:buNone/>
              <a:defRPr/>
            </a:lvl2pPr>
            <a:lvl3pPr lvl="2" rtl="0">
              <a:spcBef>
                <a:spcPts val="1200"/>
              </a:spcBef>
              <a:spcAft>
                <a:spcPts val="0"/>
              </a:spcAft>
              <a:buNone/>
              <a:defRPr/>
            </a:lvl3pPr>
            <a:lvl4pPr lvl="3" rtl="0">
              <a:spcBef>
                <a:spcPts val="1200"/>
              </a:spcBef>
              <a:spcAft>
                <a:spcPts val="0"/>
              </a:spcAft>
              <a:buNone/>
              <a:defRPr/>
            </a:lvl4pPr>
            <a:lvl5pPr lvl="4" rtl="0">
              <a:spcBef>
                <a:spcPts val="1200"/>
              </a:spcBef>
              <a:spcAft>
                <a:spcPts val="0"/>
              </a:spcAft>
              <a:buNone/>
              <a:defRPr/>
            </a:lvl5pPr>
            <a:lvl6pPr lvl="5" rtl="0">
              <a:spcBef>
                <a:spcPts val="1200"/>
              </a:spcBef>
              <a:spcAft>
                <a:spcPts val="0"/>
              </a:spcAft>
              <a:buNone/>
              <a:defRPr/>
            </a:lvl6pPr>
            <a:lvl7pPr lvl="6" rtl="0">
              <a:spcBef>
                <a:spcPts val="1200"/>
              </a:spcBef>
              <a:spcAft>
                <a:spcPts val="0"/>
              </a:spcAft>
              <a:buNone/>
              <a:defRPr/>
            </a:lvl7pPr>
            <a:lvl8pPr lvl="7" rtl="0">
              <a:spcBef>
                <a:spcPts val="1200"/>
              </a:spcBef>
              <a:spcAft>
                <a:spcPts val="0"/>
              </a:spcAft>
              <a:buNone/>
              <a:defRPr/>
            </a:lvl8pPr>
            <a:lvl9pPr lvl="8" rtl="0">
              <a:spcBef>
                <a:spcPts val="1200"/>
              </a:spcBef>
              <a:spcAft>
                <a:spcPts val="1200"/>
              </a:spcAft>
              <a:buNone/>
              <a:defRPr/>
            </a:lvl9pPr>
          </a:lstStyle>
          <a:p/>
        </p:txBody>
      </p:sp>
      <p:pic>
        <p:nvPicPr>
          <p:cNvPr id="81" name="Google Shape;81;p20"/>
          <p:cNvPicPr preferRelativeResize="0"/>
          <p:nvPr/>
        </p:nvPicPr>
        <p:blipFill rotWithShape="1">
          <a:blip r:embed="rId2">
            <a:alphaModFix/>
          </a:blip>
          <a:srcRect b="0" l="0" r="0" t="0"/>
          <a:stretch/>
        </p:blipFill>
        <p:spPr>
          <a:xfrm>
            <a:off x="457200" y="2361463"/>
            <a:ext cx="2808299" cy="278825"/>
          </a:xfrm>
          <a:prstGeom prst="rect">
            <a:avLst/>
          </a:prstGeom>
          <a:noFill/>
          <a:ln>
            <a:noFill/>
          </a:ln>
        </p:spPr>
      </p:pic>
    </p:spTree>
  </p:cSld>
  <p:clrMapOvr>
    <a:masterClrMapping/>
  </p:clrMapOvr>
  <p:extLst>
    <p:ext uri="{DCECCB84-F9BA-43D5-87BE-67443E8EF086}">
      <p15:sldGuideLst>
        <p15:guide id="1" pos="288">
          <p15:clr>
            <a:srgbClr val="FA7B17"/>
          </p15:clr>
        </p15:guide>
        <p15:guide id="2" pos="1152">
          <p15:clr>
            <a:srgbClr val="FA7B17"/>
          </p15:clr>
        </p15:guide>
        <p15:guide id="3" orient="horz" pos="1476">
          <p15:clr>
            <a:srgbClr val="FA7B17"/>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s://www.docsend.com/features/analytics/" TargetMode="External"/><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C8EB"/>
        </a:solidFill>
      </p:bgPr>
    </p:bg>
    <p:spTree>
      <p:nvGrpSpPr>
        <p:cNvPr id="86" name="Shape 86"/>
        <p:cNvGrpSpPr/>
        <p:nvPr/>
      </p:nvGrpSpPr>
      <p:grpSpPr>
        <a:xfrm>
          <a:off x="0" y="0"/>
          <a:ext cx="0" cy="0"/>
          <a:chOff x="0" y="0"/>
          <a:chExt cx="0" cy="0"/>
        </a:xfrm>
      </p:grpSpPr>
      <p:sp>
        <p:nvSpPr>
          <p:cNvPr id="87" name="Google Shape;87;p21"/>
          <p:cNvSpPr txBox="1"/>
          <p:nvPr>
            <p:ph type="title"/>
          </p:nvPr>
        </p:nvSpPr>
        <p:spPr>
          <a:xfrm>
            <a:off x="457200" y="2834644"/>
            <a:ext cx="7329000" cy="793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b="1" lang="en">
                <a:latin typeface="Helvetica"/>
                <a:ea typeface="Helvetica"/>
                <a:cs typeface="Helvetica"/>
                <a:sym typeface="Helvetica"/>
              </a:rPr>
              <a:t>Partnership Proposal Template</a:t>
            </a:r>
            <a:endParaRPr b="1">
              <a:latin typeface="Helvetica"/>
              <a:ea typeface="Helvetica"/>
              <a:cs typeface="Helvetica"/>
              <a:sym typeface="Helvetic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6F2"/>
        </a:solidFill>
      </p:bgPr>
    </p:bg>
    <p:spTree>
      <p:nvGrpSpPr>
        <p:cNvPr id="92" name="Shape 92"/>
        <p:cNvGrpSpPr/>
        <p:nvPr/>
      </p:nvGrpSpPr>
      <p:grpSpPr>
        <a:xfrm>
          <a:off x="0" y="0"/>
          <a:ext cx="0" cy="0"/>
          <a:chOff x="0" y="0"/>
          <a:chExt cx="0" cy="0"/>
        </a:xfrm>
      </p:grpSpPr>
      <p:pic>
        <p:nvPicPr>
          <p:cNvPr id="93" name="Google Shape;93;p22"/>
          <p:cNvPicPr preferRelativeResize="0"/>
          <p:nvPr/>
        </p:nvPicPr>
        <p:blipFill rotWithShape="1">
          <a:blip r:embed="rId3">
            <a:alphaModFix/>
          </a:blip>
          <a:srcRect b="0" l="69" r="79" t="0"/>
          <a:stretch/>
        </p:blipFill>
        <p:spPr>
          <a:xfrm>
            <a:off x="478827" y="1088702"/>
            <a:ext cx="1489523" cy="1488700"/>
          </a:xfrm>
          <a:prstGeom prst="rect">
            <a:avLst/>
          </a:prstGeom>
          <a:noFill/>
          <a:ln>
            <a:noFill/>
          </a:ln>
        </p:spPr>
      </p:pic>
      <p:sp>
        <p:nvSpPr>
          <p:cNvPr id="94" name="Google Shape;94;p22"/>
          <p:cNvSpPr txBox="1"/>
          <p:nvPr/>
        </p:nvSpPr>
        <p:spPr>
          <a:xfrm>
            <a:off x="3598525" y="1685153"/>
            <a:ext cx="2173800" cy="250200"/>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None/>
            </a:pPr>
            <a:r>
              <a:rPr b="1" lang="en">
                <a:solidFill>
                  <a:srgbClr val="1E1919"/>
                </a:solidFill>
                <a:latin typeface="Helvetica"/>
                <a:ea typeface="Helvetica"/>
                <a:cs typeface="Helvetica"/>
                <a:sym typeface="Helvetica"/>
              </a:rPr>
              <a:t>Share, track, optimize</a:t>
            </a:r>
            <a:endParaRPr b="1">
              <a:solidFill>
                <a:srgbClr val="1E1919"/>
              </a:solidFill>
              <a:latin typeface="Helvetica"/>
              <a:ea typeface="Helvetica"/>
              <a:cs typeface="Helvetica"/>
              <a:sym typeface="Helvetica"/>
            </a:endParaRPr>
          </a:p>
        </p:txBody>
      </p:sp>
      <p:sp>
        <p:nvSpPr>
          <p:cNvPr id="95" name="Google Shape;95;p22"/>
          <p:cNvSpPr txBox="1"/>
          <p:nvPr>
            <p:ph idx="4294967295" type="subTitle"/>
          </p:nvPr>
        </p:nvSpPr>
        <p:spPr>
          <a:xfrm>
            <a:off x="398125" y="2807875"/>
            <a:ext cx="2403600" cy="13368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None/>
            </a:pPr>
            <a:r>
              <a:rPr b="1" lang="en" sz="1200">
                <a:solidFill>
                  <a:srgbClr val="1E1919"/>
                </a:solidFill>
                <a:latin typeface="Helvetica"/>
                <a:ea typeface="Helvetica"/>
                <a:cs typeface="Helvetica"/>
                <a:sym typeface="Helvetica"/>
              </a:rPr>
              <a:t>DocSend </a:t>
            </a:r>
            <a:r>
              <a:rPr b="1" lang="en" sz="1200" u="sng">
                <a:solidFill>
                  <a:srgbClr val="0061FF"/>
                </a:solidFill>
                <a:latin typeface="Helvetica"/>
                <a:ea typeface="Helvetica"/>
                <a:cs typeface="Helvetica"/>
                <a:sym typeface="Helvetica"/>
                <a:hlinkClick r:id="rId4">
                  <a:extLst>
                    <a:ext uri="{A12FA001-AC4F-418D-AE19-62706E023703}">
                      <ahyp:hlinkClr val="tx"/>
                    </a:ext>
                  </a:extLst>
                </a:hlinkClick>
              </a:rPr>
              <a:t>document analytics</a:t>
            </a:r>
            <a:r>
              <a:rPr b="1" lang="en" sz="1200">
                <a:solidFill>
                  <a:srgbClr val="1E1919"/>
                </a:solidFill>
                <a:latin typeface="Helvetica"/>
                <a:ea typeface="Helvetica"/>
                <a:cs typeface="Helvetica"/>
                <a:sym typeface="Helvetica"/>
              </a:rPr>
              <a:t> gives business leaders </a:t>
            </a:r>
            <a:r>
              <a:rPr lang="en" sz="1200">
                <a:solidFill>
                  <a:srgbClr val="1E1919"/>
                </a:solidFill>
                <a:latin typeface="Helvetica"/>
                <a:ea typeface="Helvetica"/>
                <a:cs typeface="Helvetica"/>
                <a:sym typeface="Helvetica"/>
              </a:rPr>
              <a:t>actionable insight into exactly </a:t>
            </a:r>
            <a:r>
              <a:rPr i="1" lang="en" sz="1200">
                <a:solidFill>
                  <a:srgbClr val="1E1919"/>
                </a:solidFill>
                <a:latin typeface="Helvetica"/>
                <a:ea typeface="Helvetica"/>
                <a:cs typeface="Helvetica"/>
                <a:sym typeface="Helvetica"/>
              </a:rPr>
              <a:t>how</a:t>
            </a:r>
            <a:r>
              <a:rPr lang="en" sz="1200">
                <a:solidFill>
                  <a:srgbClr val="1E1919"/>
                </a:solidFill>
                <a:latin typeface="Helvetica"/>
                <a:ea typeface="Helvetica"/>
                <a:cs typeface="Helvetica"/>
                <a:sym typeface="Helvetica"/>
              </a:rPr>
              <a:t> viewers are engaging with their shared collateral.</a:t>
            </a:r>
            <a:endParaRPr sz="1200">
              <a:solidFill>
                <a:schemeClr val="dk1"/>
              </a:solidFill>
              <a:latin typeface="Helvetica"/>
              <a:ea typeface="Helvetica"/>
              <a:cs typeface="Helvetica"/>
              <a:sym typeface="Helvetica"/>
            </a:endParaRPr>
          </a:p>
          <a:p>
            <a:pPr indent="0" lvl="0" marL="0" rtl="0" algn="l">
              <a:lnSpc>
                <a:spcPct val="100000"/>
              </a:lnSpc>
              <a:spcBef>
                <a:spcPts val="1200"/>
              </a:spcBef>
              <a:spcAft>
                <a:spcPts val="1200"/>
              </a:spcAft>
              <a:buNone/>
            </a:pPr>
            <a:r>
              <a:t/>
            </a:r>
            <a:endParaRPr b="1" sz="1700">
              <a:solidFill>
                <a:schemeClr val="dk1"/>
              </a:solidFill>
              <a:latin typeface="Helvetica"/>
              <a:ea typeface="Helvetica"/>
              <a:cs typeface="Helvetica"/>
              <a:sym typeface="Helvetica"/>
            </a:endParaRPr>
          </a:p>
        </p:txBody>
      </p:sp>
      <p:sp>
        <p:nvSpPr>
          <p:cNvPr id="96" name="Google Shape;96;p22"/>
          <p:cNvSpPr txBox="1"/>
          <p:nvPr/>
        </p:nvSpPr>
        <p:spPr>
          <a:xfrm>
            <a:off x="3598525" y="2875678"/>
            <a:ext cx="2173800" cy="250200"/>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None/>
            </a:pPr>
            <a:r>
              <a:rPr b="1" lang="en">
                <a:solidFill>
                  <a:srgbClr val="1E1919"/>
                </a:solidFill>
                <a:latin typeface="Helvetica"/>
                <a:ea typeface="Helvetica"/>
                <a:cs typeface="Helvetica"/>
                <a:sym typeface="Helvetica"/>
              </a:rPr>
              <a:t>Uncover stakeholders</a:t>
            </a:r>
            <a:endParaRPr b="1">
              <a:solidFill>
                <a:srgbClr val="1E1919"/>
              </a:solidFill>
              <a:latin typeface="Helvetica"/>
              <a:ea typeface="Helvetica"/>
              <a:cs typeface="Helvetica"/>
              <a:sym typeface="Helvetica"/>
            </a:endParaRPr>
          </a:p>
        </p:txBody>
      </p:sp>
      <p:sp>
        <p:nvSpPr>
          <p:cNvPr id="97" name="Google Shape;97;p22"/>
          <p:cNvSpPr txBox="1"/>
          <p:nvPr/>
        </p:nvSpPr>
        <p:spPr>
          <a:xfrm>
            <a:off x="3598525" y="4018678"/>
            <a:ext cx="2173800" cy="250200"/>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None/>
            </a:pPr>
            <a:r>
              <a:rPr b="1" lang="en">
                <a:solidFill>
                  <a:srgbClr val="1E1919"/>
                </a:solidFill>
                <a:latin typeface="Helvetica"/>
                <a:ea typeface="Helvetica"/>
                <a:cs typeface="Helvetica"/>
                <a:sym typeface="Helvetica"/>
              </a:rPr>
              <a:t>Follow up intelligently</a:t>
            </a:r>
            <a:endParaRPr b="1">
              <a:solidFill>
                <a:srgbClr val="1E1919"/>
              </a:solidFill>
              <a:latin typeface="Helvetica"/>
              <a:ea typeface="Helvetica"/>
              <a:cs typeface="Helvetica"/>
              <a:sym typeface="Helvetica"/>
            </a:endParaRPr>
          </a:p>
        </p:txBody>
      </p:sp>
      <p:sp>
        <p:nvSpPr>
          <p:cNvPr id="98" name="Google Shape;98;p22"/>
          <p:cNvSpPr txBox="1"/>
          <p:nvPr/>
        </p:nvSpPr>
        <p:spPr>
          <a:xfrm>
            <a:off x="6494125" y="1532578"/>
            <a:ext cx="2173800" cy="804300"/>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None/>
            </a:pPr>
            <a:r>
              <a:rPr lang="en" sz="1000">
                <a:solidFill>
                  <a:srgbClr val="1E1919"/>
                </a:solidFill>
                <a:latin typeface="Helvetica"/>
                <a:ea typeface="Helvetica"/>
                <a:cs typeface="Helvetica"/>
                <a:sym typeface="Helvetica"/>
              </a:rPr>
              <a:t>Collect real-time document-level analytics to track top performing pages, average completion percentage, and document version performance.</a:t>
            </a:r>
            <a:endParaRPr sz="1000">
              <a:solidFill>
                <a:srgbClr val="1E1919"/>
              </a:solidFill>
              <a:latin typeface="Helvetica"/>
              <a:ea typeface="Helvetica"/>
              <a:cs typeface="Helvetica"/>
              <a:sym typeface="Helvetica"/>
            </a:endParaRPr>
          </a:p>
        </p:txBody>
      </p:sp>
      <p:sp>
        <p:nvSpPr>
          <p:cNvPr id="99" name="Google Shape;99;p22"/>
          <p:cNvSpPr txBox="1"/>
          <p:nvPr/>
        </p:nvSpPr>
        <p:spPr>
          <a:xfrm>
            <a:off x="6494125" y="2675578"/>
            <a:ext cx="2173800" cy="650400"/>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None/>
            </a:pPr>
            <a:r>
              <a:rPr lang="en" sz="1000">
                <a:solidFill>
                  <a:srgbClr val="1E1919"/>
                </a:solidFill>
                <a:latin typeface="Helvetica"/>
                <a:ea typeface="Helvetica"/>
                <a:cs typeface="Helvetica"/>
                <a:sym typeface="Helvetica"/>
              </a:rPr>
              <a:t>Track which links have been forwarded to someone that you haven’t engaged with yet, and enable email verification to identify them. </a:t>
            </a:r>
            <a:endParaRPr sz="1000">
              <a:solidFill>
                <a:srgbClr val="1E1919"/>
              </a:solidFill>
              <a:latin typeface="Helvetica"/>
              <a:ea typeface="Helvetica"/>
              <a:cs typeface="Helvetica"/>
              <a:sym typeface="Helvetica"/>
            </a:endParaRPr>
          </a:p>
        </p:txBody>
      </p:sp>
      <p:sp>
        <p:nvSpPr>
          <p:cNvPr id="100" name="Google Shape;100;p22"/>
          <p:cNvSpPr txBox="1"/>
          <p:nvPr/>
        </p:nvSpPr>
        <p:spPr>
          <a:xfrm>
            <a:off x="6494125" y="3818578"/>
            <a:ext cx="2173800" cy="650400"/>
          </a:xfrm>
          <a:prstGeom prst="rect">
            <a:avLst/>
          </a:prstGeom>
          <a:noFill/>
          <a:ln>
            <a:noFill/>
          </a:ln>
        </p:spPr>
        <p:txBody>
          <a:bodyPr anchorCtr="0" anchor="t" bIns="17125" lIns="34275" spcFirstLastPara="1" rIns="34275" wrap="square" tIns="17125">
            <a:spAutoFit/>
          </a:bodyPr>
          <a:lstStyle/>
          <a:p>
            <a:pPr indent="0" lvl="0" marL="0" marR="0" rtl="0" algn="l">
              <a:lnSpc>
                <a:spcPct val="100000"/>
              </a:lnSpc>
              <a:spcBef>
                <a:spcPts val="0"/>
              </a:spcBef>
              <a:spcAft>
                <a:spcPts val="0"/>
              </a:spcAft>
              <a:buNone/>
            </a:pPr>
            <a:r>
              <a:rPr lang="en" sz="1000">
                <a:solidFill>
                  <a:srgbClr val="1E1919"/>
                </a:solidFill>
                <a:latin typeface="Helvetica"/>
                <a:ea typeface="Helvetica"/>
                <a:cs typeface="Helvetica"/>
                <a:sym typeface="Helvetica"/>
              </a:rPr>
              <a:t>Analyze page-by-page insights for each viewer of a document to learn their unique interests, and tailor your follow-up accordingly.</a:t>
            </a:r>
            <a:endParaRPr sz="600">
              <a:solidFill>
                <a:srgbClr val="1E1919"/>
              </a:solidFill>
              <a:latin typeface="Helvetica"/>
              <a:ea typeface="Helvetica"/>
              <a:cs typeface="Helvetica"/>
              <a:sym typeface="Helvetica"/>
            </a:endParaRPr>
          </a:p>
        </p:txBody>
      </p:sp>
      <p:sp>
        <p:nvSpPr>
          <p:cNvPr id="101" name="Google Shape;101;p22"/>
          <p:cNvSpPr/>
          <p:nvPr/>
        </p:nvSpPr>
        <p:spPr>
          <a:xfrm>
            <a:off x="5950150" y="1503200"/>
            <a:ext cx="281700" cy="659700"/>
          </a:xfrm>
          <a:prstGeom prst="homePlate">
            <a:avLst>
              <a:gd fmla="val 100000" name="adj"/>
            </a:avLst>
          </a:prstGeom>
          <a:solidFill>
            <a:srgbClr val="14C8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p:nvPr/>
        </p:nvSpPr>
        <p:spPr>
          <a:xfrm>
            <a:off x="5950150" y="2685171"/>
            <a:ext cx="281700" cy="659700"/>
          </a:xfrm>
          <a:prstGeom prst="homePlate">
            <a:avLst>
              <a:gd fmla="val 100000" name="adj"/>
            </a:avLst>
          </a:prstGeom>
          <a:solidFill>
            <a:srgbClr val="14C8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2"/>
          <p:cNvSpPr/>
          <p:nvPr/>
        </p:nvSpPr>
        <p:spPr>
          <a:xfrm>
            <a:off x="5950150" y="3824277"/>
            <a:ext cx="281700" cy="659700"/>
          </a:xfrm>
          <a:prstGeom prst="homePlate">
            <a:avLst>
              <a:gd fmla="val 100000" name="adj"/>
            </a:avLst>
          </a:prstGeom>
          <a:solidFill>
            <a:srgbClr val="14C8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22"/>
          <p:cNvPicPr preferRelativeResize="0"/>
          <p:nvPr/>
        </p:nvPicPr>
        <p:blipFill>
          <a:blip r:embed="rId5">
            <a:alphaModFix/>
          </a:blip>
          <a:stretch>
            <a:fillRect/>
          </a:stretch>
        </p:blipFill>
        <p:spPr>
          <a:xfrm>
            <a:off x="3615888" y="2336655"/>
            <a:ext cx="470166" cy="470200"/>
          </a:xfrm>
          <a:prstGeom prst="rect">
            <a:avLst/>
          </a:prstGeom>
          <a:noFill/>
          <a:ln>
            <a:noFill/>
          </a:ln>
        </p:spPr>
      </p:pic>
      <p:sp>
        <p:nvSpPr>
          <p:cNvPr id="105" name="Google Shape;105;p22"/>
          <p:cNvSpPr txBox="1"/>
          <p:nvPr/>
        </p:nvSpPr>
        <p:spPr>
          <a:xfrm>
            <a:off x="9960025" y="-435950"/>
            <a:ext cx="69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x3</a:t>
            </a:r>
            <a:endParaRPr/>
          </a:p>
        </p:txBody>
      </p:sp>
      <p:sp>
        <p:nvSpPr>
          <p:cNvPr id="106" name="Google Shape;106;p22"/>
          <p:cNvSpPr txBox="1"/>
          <p:nvPr/>
        </p:nvSpPr>
        <p:spPr>
          <a:xfrm>
            <a:off x="467125" y="328450"/>
            <a:ext cx="6767700" cy="699600"/>
          </a:xfrm>
          <a:prstGeom prst="rect">
            <a:avLst/>
          </a:prstGeom>
          <a:noFill/>
          <a:ln>
            <a:noFill/>
          </a:ln>
        </p:spPr>
        <p:txBody>
          <a:bodyPr anchorCtr="0" anchor="t" bIns="17125" lIns="34275" spcFirstLastPara="1" rIns="34275" wrap="square" tIns="17125">
            <a:spAutoFit/>
          </a:bodyPr>
          <a:lstStyle/>
          <a:p>
            <a:pPr indent="0" lvl="0" marL="0" rtl="0" algn="l">
              <a:lnSpc>
                <a:spcPct val="90000"/>
              </a:lnSpc>
              <a:spcBef>
                <a:spcPts val="0"/>
              </a:spcBef>
              <a:spcAft>
                <a:spcPts val="0"/>
              </a:spcAft>
              <a:buNone/>
            </a:pPr>
            <a:r>
              <a:rPr b="1" lang="en" sz="3000">
                <a:solidFill>
                  <a:schemeClr val="dk1"/>
                </a:solidFill>
                <a:latin typeface="Helvetica"/>
                <a:ea typeface="Helvetica"/>
                <a:cs typeface="Helvetica"/>
                <a:sym typeface="Helvetica"/>
              </a:rPr>
              <a:t>Why format it this way?</a:t>
            </a:r>
            <a:endParaRPr b="1" sz="3000">
              <a:solidFill>
                <a:schemeClr val="dk1"/>
              </a:solidFill>
              <a:latin typeface="Helvetica"/>
              <a:ea typeface="Helvetica"/>
              <a:cs typeface="Helvetica"/>
              <a:sym typeface="Helvetica"/>
            </a:endParaRPr>
          </a:p>
          <a:p>
            <a:pPr indent="0" lvl="0" marL="0" marR="0" rtl="0" algn="l">
              <a:lnSpc>
                <a:spcPct val="90000"/>
              </a:lnSpc>
              <a:spcBef>
                <a:spcPts val="0"/>
              </a:spcBef>
              <a:spcAft>
                <a:spcPts val="0"/>
              </a:spcAft>
              <a:buNone/>
            </a:pPr>
            <a:r>
              <a:t/>
            </a:r>
            <a:endParaRPr sz="1800">
              <a:solidFill>
                <a:schemeClr val="dk1"/>
              </a:solidFill>
              <a:latin typeface="Helvetica"/>
              <a:ea typeface="Helvetica"/>
              <a:cs typeface="Helvetica"/>
              <a:sym typeface="Helvetica"/>
            </a:endParaRPr>
          </a:p>
        </p:txBody>
      </p:sp>
      <p:pic>
        <p:nvPicPr>
          <p:cNvPr id="107" name="Google Shape;107;p22"/>
          <p:cNvPicPr preferRelativeResize="0"/>
          <p:nvPr/>
        </p:nvPicPr>
        <p:blipFill rotWithShape="1">
          <a:blip r:embed="rId6">
            <a:alphaModFix/>
          </a:blip>
          <a:srcRect b="0" l="0" r="0" t="0"/>
          <a:stretch/>
        </p:blipFill>
        <p:spPr>
          <a:xfrm>
            <a:off x="3615893" y="3454728"/>
            <a:ext cx="470150" cy="470189"/>
          </a:xfrm>
          <a:prstGeom prst="rect">
            <a:avLst/>
          </a:prstGeom>
          <a:noFill/>
          <a:ln>
            <a:noFill/>
          </a:ln>
        </p:spPr>
      </p:pic>
      <p:pic>
        <p:nvPicPr>
          <p:cNvPr id="108" name="Google Shape;108;p22"/>
          <p:cNvPicPr preferRelativeResize="0"/>
          <p:nvPr/>
        </p:nvPicPr>
        <p:blipFill rotWithShape="1">
          <a:blip r:embed="rId7">
            <a:alphaModFix/>
          </a:blip>
          <a:srcRect b="0" l="0" r="0" t="0"/>
          <a:stretch/>
        </p:blipFill>
        <p:spPr>
          <a:xfrm>
            <a:off x="3615900" y="1218625"/>
            <a:ext cx="470150" cy="470150"/>
          </a:xfrm>
          <a:prstGeom prst="rect">
            <a:avLst/>
          </a:prstGeom>
          <a:noFill/>
          <a:ln>
            <a:noFill/>
          </a:ln>
        </p:spPr>
      </p:pic>
      <p:sp>
        <p:nvSpPr>
          <p:cNvPr id="109" name="Google Shape;109;p22"/>
          <p:cNvSpPr/>
          <p:nvPr/>
        </p:nvSpPr>
        <p:spPr>
          <a:xfrm>
            <a:off x="5097850" y="328450"/>
            <a:ext cx="3635100" cy="554400"/>
          </a:xfrm>
          <a:prstGeom prst="rect">
            <a:avLst/>
          </a:prstGeom>
          <a:solidFill>
            <a:srgbClr val="14C8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2"/>
          <p:cNvSpPr txBox="1"/>
          <p:nvPr/>
        </p:nvSpPr>
        <p:spPr>
          <a:xfrm>
            <a:off x="5256200" y="421000"/>
            <a:ext cx="32352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lt1"/>
                </a:solidFill>
                <a:latin typeface="Helvetica"/>
                <a:ea typeface="Helvetica"/>
                <a:cs typeface="Helvetica"/>
                <a:sym typeface="Helvetica"/>
              </a:rPr>
              <a:t>Placeholder slide only. DO NOT USE.</a:t>
            </a:r>
            <a:endParaRPr sz="1200">
              <a:solidFill>
                <a:schemeClr val="lt1"/>
              </a:solidFill>
              <a:latin typeface="Helvetica"/>
              <a:ea typeface="Helvetica"/>
              <a:cs typeface="Helvetica"/>
              <a:sym typeface="Helvetic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7891"/>
        </a:solidFill>
      </p:bgPr>
    </p:bg>
    <p:spTree>
      <p:nvGrpSpPr>
        <p:cNvPr id="114" name="Shape 114"/>
        <p:cNvGrpSpPr/>
        <p:nvPr/>
      </p:nvGrpSpPr>
      <p:grpSpPr>
        <a:xfrm>
          <a:off x="0" y="0"/>
          <a:ext cx="0" cy="0"/>
          <a:chOff x="0" y="0"/>
          <a:chExt cx="0" cy="0"/>
        </a:xfrm>
      </p:grpSpPr>
      <p:sp>
        <p:nvSpPr>
          <p:cNvPr id="115" name="Google Shape;115;p23"/>
          <p:cNvSpPr txBox="1"/>
          <p:nvPr>
            <p:ph type="title"/>
          </p:nvPr>
        </p:nvSpPr>
        <p:spPr>
          <a:xfrm>
            <a:off x="457200" y="579700"/>
            <a:ext cx="7921200" cy="793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b="1" lang="en">
                <a:latin typeface="Helvetica"/>
                <a:ea typeface="Helvetica"/>
                <a:cs typeface="Helvetica"/>
                <a:sym typeface="Helvetica"/>
              </a:rPr>
              <a:t>STOP:</a:t>
            </a:r>
            <a:r>
              <a:rPr lang="en">
                <a:latin typeface="Helvetica"/>
                <a:ea typeface="Helvetica"/>
                <a:cs typeface="Helvetica"/>
                <a:sym typeface="Helvetica"/>
              </a:rPr>
              <a:t> MAKE A COPY OF THIS DECK BEFORE YOU START</a:t>
            </a:r>
            <a:endParaRPr>
              <a:latin typeface="Helvetica"/>
              <a:ea typeface="Helvetica"/>
              <a:cs typeface="Helvetica"/>
              <a:sym typeface="Helvetica"/>
            </a:endParaRPr>
          </a:p>
        </p:txBody>
      </p:sp>
      <p:grpSp>
        <p:nvGrpSpPr>
          <p:cNvPr id="116" name="Google Shape;116;p23"/>
          <p:cNvGrpSpPr/>
          <p:nvPr/>
        </p:nvGrpSpPr>
        <p:grpSpPr>
          <a:xfrm>
            <a:off x="457200" y="2948623"/>
            <a:ext cx="4868700" cy="666720"/>
            <a:chOff x="457200" y="637775"/>
            <a:chExt cx="4868700" cy="1376100"/>
          </a:xfrm>
        </p:grpSpPr>
        <p:sp>
          <p:nvSpPr>
            <p:cNvPr id="117" name="Google Shape;117;p23"/>
            <p:cNvSpPr/>
            <p:nvPr/>
          </p:nvSpPr>
          <p:spPr>
            <a:xfrm>
              <a:off x="457200" y="637775"/>
              <a:ext cx="4868700" cy="1376100"/>
            </a:xfrm>
            <a:prstGeom prst="rect">
              <a:avLst/>
            </a:prstGeom>
            <a:solidFill>
              <a:srgbClr val="14C8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3"/>
            <p:cNvSpPr txBox="1"/>
            <p:nvPr/>
          </p:nvSpPr>
          <p:spPr>
            <a:xfrm>
              <a:off x="505950" y="637775"/>
              <a:ext cx="4771200" cy="1200900"/>
            </a:xfrm>
            <a:prstGeom prst="rect">
              <a:avLst/>
            </a:prstGeom>
            <a:solidFill>
              <a:srgbClr val="14C8EB"/>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191A1B"/>
                </a:buClr>
                <a:buSzPts val="1100"/>
                <a:buFont typeface="Arial"/>
                <a:buNone/>
              </a:pPr>
              <a:r>
                <a:rPr lang="en" sz="1200">
                  <a:solidFill>
                    <a:schemeClr val="lt1"/>
                  </a:solidFill>
                  <a:latin typeface="Helvetica"/>
                  <a:ea typeface="Helvetica"/>
                  <a:cs typeface="Helvetica"/>
                  <a:sym typeface="Helvetica"/>
                </a:rPr>
                <a:t>Make a copy of this deck, edit all page elements (headlines, body text, image/graph block &amp; logo placement) as you see fit.</a:t>
              </a:r>
              <a:endParaRPr sz="1200">
                <a:solidFill>
                  <a:schemeClr val="lt1"/>
                </a:solidFill>
                <a:latin typeface="Helvetica"/>
                <a:ea typeface="Helvetica"/>
                <a:cs typeface="Helvetica"/>
                <a:sym typeface="Helvetic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24"/>
          <p:cNvSpPr txBox="1"/>
          <p:nvPr>
            <p:ph type="title"/>
          </p:nvPr>
        </p:nvSpPr>
        <p:spPr>
          <a:xfrm>
            <a:off x="470700" y="678239"/>
            <a:ext cx="4706700" cy="13644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b="1" lang="en" sz="3600">
                <a:solidFill>
                  <a:schemeClr val="dk1"/>
                </a:solidFill>
                <a:latin typeface="Helvetica"/>
                <a:ea typeface="Helvetica"/>
                <a:cs typeface="Helvetica"/>
                <a:sym typeface="Helvetica"/>
              </a:rPr>
              <a:t>[Logo]</a:t>
            </a:r>
            <a:endParaRPr b="1" sz="3600">
              <a:solidFill>
                <a:schemeClr val="dk1"/>
              </a:solidFill>
              <a:latin typeface="Helvetica"/>
              <a:ea typeface="Helvetica"/>
              <a:cs typeface="Helvetica"/>
              <a:sym typeface="Helvetica"/>
            </a:endParaRPr>
          </a:p>
          <a:p>
            <a:pPr indent="0" lvl="0" marL="0" rtl="0" algn="l">
              <a:spcBef>
                <a:spcPts val="0"/>
              </a:spcBef>
              <a:spcAft>
                <a:spcPts val="0"/>
              </a:spcAft>
              <a:buNone/>
            </a:pPr>
            <a:r>
              <a:rPr b="1" lang="en" sz="3600">
                <a:solidFill>
                  <a:schemeClr val="dk1"/>
                </a:solidFill>
                <a:latin typeface="Helvetica"/>
                <a:ea typeface="Helvetica"/>
                <a:cs typeface="Helvetica"/>
                <a:sym typeface="Helvetica"/>
              </a:rPr>
              <a:t>[Company]</a:t>
            </a:r>
            <a:endParaRPr b="1" sz="3600">
              <a:solidFill>
                <a:schemeClr val="dk1"/>
              </a:solidFill>
              <a:latin typeface="Helvetica"/>
              <a:ea typeface="Helvetica"/>
              <a:cs typeface="Helvetica"/>
              <a:sym typeface="Helvetica"/>
            </a:endParaRPr>
          </a:p>
          <a:p>
            <a:pPr indent="0" lvl="0" marL="0" rtl="0" algn="l">
              <a:spcBef>
                <a:spcPts val="0"/>
              </a:spcBef>
              <a:spcAft>
                <a:spcPts val="0"/>
              </a:spcAft>
              <a:buNone/>
            </a:pPr>
            <a:r>
              <a:t/>
            </a:r>
            <a:endParaRPr sz="3600"/>
          </a:p>
        </p:txBody>
      </p:sp>
      <p:sp>
        <p:nvSpPr>
          <p:cNvPr id="124" name="Google Shape;124;p24"/>
          <p:cNvSpPr txBox="1"/>
          <p:nvPr>
            <p:ph type="title"/>
          </p:nvPr>
        </p:nvSpPr>
        <p:spPr>
          <a:xfrm>
            <a:off x="470700" y="2144805"/>
            <a:ext cx="4706700" cy="384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sz="2200">
                <a:solidFill>
                  <a:srgbClr val="1E1919"/>
                </a:solidFill>
                <a:latin typeface="Helvetica"/>
                <a:ea typeface="Helvetica"/>
                <a:cs typeface="Helvetica"/>
                <a:sym typeface="Helvetica"/>
              </a:rPr>
              <a:t>Partnership</a:t>
            </a:r>
            <a:r>
              <a:rPr lang="en" sz="2200">
                <a:solidFill>
                  <a:srgbClr val="1E1919"/>
                </a:solidFill>
                <a:latin typeface="Helvetica"/>
                <a:ea typeface="Helvetica"/>
                <a:cs typeface="Helvetica"/>
                <a:sym typeface="Helvetica"/>
              </a:rPr>
              <a:t> Proposal - [mm/dd/yy]</a:t>
            </a:r>
            <a:r>
              <a:rPr lang="en" sz="2400">
                <a:solidFill>
                  <a:srgbClr val="1E1919"/>
                </a:solidFill>
                <a:latin typeface="Helvetica"/>
                <a:ea typeface="Helvetica"/>
                <a:cs typeface="Helvetica"/>
                <a:sym typeface="Helvetica"/>
              </a:rPr>
              <a:t> </a:t>
            </a:r>
            <a:endParaRPr sz="2400">
              <a:solidFill>
                <a:srgbClr val="1E1919"/>
              </a:solidFill>
              <a:latin typeface="Helvetica"/>
              <a:ea typeface="Helvetica"/>
              <a:cs typeface="Helvetica"/>
              <a:sym typeface="Helvetica"/>
            </a:endParaRPr>
          </a:p>
          <a:p>
            <a:pPr indent="0" lvl="0" marL="0" rtl="0" algn="l">
              <a:spcBef>
                <a:spcPts val="0"/>
              </a:spcBef>
              <a:spcAft>
                <a:spcPts val="0"/>
              </a:spcAft>
              <a:buNone/>
            </a:pPr>
            <a:r>
              <a:t/>
            </a:r>
            <a:endParaRPr sz="3600"/>
          </a:p>
        </p:txBody>
      </p:sp>
      <p:sp>
        <p:nvSpPr>
          <p:cNvPr id="125" name="Google Shape;125;p24"/>
          <p:cNvSpPr txBox="1"/>
          <p:nvPr>
            <p:ph type="title"/>
          </p:nvPr>
        </p:nvSpPr>
        <p:spPr>
          <a:xfrm>
            <a:off x="470700" y="2672625"/>
            <a:ext cx="3450000" cy="393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1800">
                <a:solidFill>
                  <a:srgbClr val="1E1919"/>
                </a:solidFill>
                <a:latin typeface="Helvetica"/>
                <a:ea typeface="Helvetica"/>
                <a:cs typeface="Helvetica"/>
                <a:sym typeface="Helvetica"/>
              </a:rPr>
              <a:t>[Name, Position, Email]</a:t>
            </a:r>
            <a:endParaRPr sz="3600"/>
          </a:p>
        </p:txBody>
      </p:sp>
      <p:sp>
        <p:nvSpPr>
          <p:cNvPr id="126" name="Google Shape;126;p24"/>
          <p:cNvSpPr/>
          <p:nvPr/>
        </p:nvSpPr>
        <p:spPr>
          <a:xfrm>
            <a:off x="4505325" y="552450"/>
            <a:ext cx="4038600" cy="40386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4"/>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999999"/>
                </a:solidFill>
                <a:latin typeface="Helvetica Neue"/>
                <a:ea typeface="Helvetica Neue"/>
                <a:cs typeface="Helvetica Neue"/>
                <a:sym typeface="Helvetica Neue"/>
              </a:rPr>
              <a:t>Add image</a:t>
            </a:r>
            <a:endParaRPr sz="1100">
              <a:solidFill>
                <a:srgbClr val="999999"/>
              </a:solidFill>
              <a:latin typeface="Helvetica Neue"/>
              <a:ea typeface="Helvetica Neue"/>
              <a:cs typeface="Helvetica Neue"/>
              <a:sym typeface="Helvetica Neue"/>
            </a:endParaRPr>
          </a:p>
        </p:txBody>
      </p:sp>
      <p:sp>
        <p:nvSpPr>
          <p:cNvPr id="128" name="Google Shape;128;p24"/>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grpSp>
        <p:nvGrpSpPr>
          <p:cNvPr id="129" name="Google Shape;129;p24"/>
          <p:cNvGrpSpPr/>
          <p:nvPr/>
        </p:nvGrpSpPr>
        <p:grpSpPr>
          <a:xfrm>
            <a:off x="457200" y="4461450"/>
            <a:ext cx="919500" cy="314400"/>
            <a:chOff x="457200" y="4461450"/>
            <a:chExt cx="919500" cy="314400"/>
          </a:xfrm>
        </p:grpSpPr>
        <p:sp>
          <p:nvSpPr>
            <p:cNvPr id="130" name="Google Shape;130;p24"/>
            <p:cNvSpPr/>
            <p:nvPr/>
          </p:nvSpPr>
          <p:spPr>
            <a:xfrm>
              <a:off x="457200" y="4461450"/>
              <a:ext cx="919500" cy="3144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4"/>
            <p:cNvSpPr txBox="1"/>
            <p:nvPr/>
          </p:nvSpPr>
          <p:spPr>
            <a:xfrm>
              <a:off x="546900" y="4529400"/>
              <a:ext cx="740100" cy="178500"/>
            </a:xfrm>
            <a:prstGeom prst="rect">
              <a:avLst/>
            </a:prstGeom>
            <a:solidFill>
              <a:srgbClr val="F3F3F3"/>
            </a:solid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25"/>
          <p:cNvSpPr txBox="1"/>
          <p:nvPr/>
        </p:nvSpPr>
        <p:spPr>
          <a:xfrm>
            <a:off x="462081" y="1257309"/>
            <a:ext cx="3421500" cy="265500"/>
          </a:xfrm>
          <a:prstGeom prst="rect">
            <a:avLst/>
          </a:prstGeom>
          <a:noFill/>
          <a:ln>
            <a:noFill/>
          </a:ln>
        </p:spPr>
        <p:txBody>
          <a:bodyPr anchorCtr="0" anchor="t" bIns="17125" lIns="34275" spcFirstLastPara="1" rIns="34275" wrap="square" tIns="17125">
            <a:spAutoFit/>
          </a:bodyPr>
          <a:lstStyle/>
          <a:p>
            <a:pPr indent="0" lvl="0" marL="0" marR="0" rtl="0" algn="l">
              <a:spcBef>
                <a:spcPts val="0"/>
              </a:spcBef>
              <a:spcAft>
                <a:spcPts val="0"/>
              </a:spcAft>
              <a:buNone/>
            </a:pPr>
            <a:r>
              <a:rPr lang="en" sz="1500">
                <a:solidFill>
                  <a:srgbClr val="1E1919"/>
                </a:solidFill>
                <a:latin typeface="Helvetica"/>
                <a:ea typeface="Helvetica"/>
                <a:cs typeface="Helvetica"/>
                <a:sym typeface="Helvetica"/>
              </a:rPr>
              <a:t>1. </a:t>
            </a:r>
            <a:r>
              <a:rPr lang="en" sz="1500">
                <a:solidFill>
                  <a:srgbClr val="1E1919"/>
                </a:solidFill>
                <a:latin typeface="Helvetica"/>
                <a:ea typeface="Helvetica"/>
                <a:cs typeface="Helvetica"/>
                <a:sym typeface="Helvetica"/>
              </a:rPr>
              <a:t>What We Do</a:t>
            </a:r>
            <a:endParaRPr sz="1500">
              <a:solidFill>
                <a:srgbClr val="1E1919"/>
              </a:solidFill>
              <a:latin typeface="Helvetica"/>
              <a:ea typeface="Helvetica"/>
              <a:cs typeface="Helvetica"/>
              <a:sym typeface="Helvetica"/>
            </a:endParaRPr>
          </a:p>
        </p:txBody>
      </p:sp>
      <p:sp>
        <p:nvSpPr>
          <p:cNvPr id="137" name="Google Shape;137;p25"/>
          <p:cNvSpPr txBox="1"/>
          <p:nvPr/>
        </p:nvSpPr>
        <p:spPr>
          <a:xfrm>
            <a:off x="462081" y="1822137"/>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2. Our Team</a:t>
            </a:r>
            <a:endParaRPr sz="1500">
              <a:latin typeface="Helvetica"/>
              <a:ea typeface="Helvetica"/>
              <a:cs typeface="Helvetica"/>
              <a:sym typeface="Helvetica"/>
            </a:endParaRPr>
          </a:p>
        </p:txBody>
      </p:sp>
      <p:sp>
        <p:nvSpPr>
          <p:cNvPr id="138" name="Google Shape;138;p25"/>
          <p:cNvSpPr txBox="1"/>
          <p:nvPr/>
        </p:nvSpPr>
        <p:spPr>
          <a:xfrm>
            <a:off x="462081" y="2393485"/>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3. Our Audience</a:t>
            </a:r>
            <a:endParaRPr sz="1500">
              <a:latin typeface="Helvetica"/>
              <a:ea typeface="Helvetica"/>
              <a:cs typeface="Helvetica"/>
              <a:sym typeface="Helvetica"/>
            </a:endParaRPr>
          </a:p>
        </p:txBody>
      </p:sp>
      <p:sp>
        <p:nvSpPr>
          <p:cNvPr id="139" name="Google Shape;139;p25"/>
          <p:cNvSpPr txBox="1"/>
          <p:nvPr/>
        </p:nvSpPr>
        <p:spPr>
          <a:xfrm>
            <a:off x="462081" y="2975788"/>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4. Partner Benefits</a:t>
            </a:r>
            <a:endParaRPr sz="1500">
              <a:solidFill>
                <a:srgbClr val="1E1919"/>
              </a:solidFill>
              <a:latin typeface="Helvetica"/>
              <a:ea typeface="Helvetica"/>
              <a:cs typeface="Helvetica"/>
              <a:sym typeface="Helvetica"/>
            </a:endParaRPr>
          </a:p>
        </p:txBody>
      </p:sp>
      <p:sp>
        <p:nvSpPr>
          <p:cNvPr id="140" name="Google Shape;140;p25"/>
          <p:cNvSpPr txBox="1"/>
          <p:nvPr/>
        </p:nvSpPr>
        <p:spPr>
          <a:xfrm>
            <a:off x="4549703" y="1257309"/>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5. </a:t>
            </a:r>
            <a:r>
              <a:rPr lang="en" sz="1500">
                <a:solidFill>
                  <a:srgbClr val="1E1919"/>
                </a:solidFill>
                <a:latin typeface="Helvetica"/>
                <a:ea typeface="Helvetica"/>
                <a:cs typeface="Helvetica"/>
                <a:sym typeface="Helvetica"/>
              </a:rPr>
              <a:t>Contributions &amp; Responsibilities</a:t>
            </a:r>
            <a:endParaRPr sz="1500">
              <a:solidFill>
                <a:srgbClr val="1E1919"/>
              </a:solidFill>
              <a:latin typeface="Helvetica"/>
              <a:ea typeface="Helvetica"/>
              <a:cs typeface="Helvetica"/>
              <a:sym typeface="Helvetica"/>
            </a:endParaRPr>
          </a:p>
        </p:txBody>
      </p:sp>
      <p:sp>
        <p:nvSpPr>
          <p:cNvPr id="141" name="Google Shape;141;p25"/>
          <p:cNvSpPr txBox="1"/>
          <p:nvPr/>
        </p:nvSpPr>
        <p:spPr>
          <a:xfrm>
            <a:off x="4549703" y="1822137"/>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6. </a:t>
            </a:r>
            <a:r>
              <a:rPr lang="en" sz="1500">
                <a:solidFill>
                  <a:srgbClr val="1E1919"/>
                </a:solidFill>
                <a:latin typeface="Helvetica"/>
                <a:ea typeface="Helvetica"/>
                <a:cs typeface="Helvetica"/>
                <a:sym typeface="Helvetica"/>
              </a:rPr>
              <a:t>Successful Partnerships</a:t>
            </a:r>
            <a:endParaRPr sz="1500">
              <a:solidFill>
                <a:srgbClr val="1E1919"/>
              </a:solidFill>
              <a:latin typeface="Helvetica"/>
              <a:ea typeface="Helvetica"/>
              <a:cs typeface="Helvetica"/>
              <a:sym typeface="Helvetica"/>
            </a:endParaRPr>
          </a:p>
        </p:txBody>
      </p:sp>
      <p:sp>
        <p:nvSpPr>
          <p:cNvPr id="142" name="Google Shape;142;p25"/>
          <p:cNvSpPr txBox="1"/>
          <p:nvPr/>
        </p:nvSpPr>
        <p:spPr>
          <a:xfrm>
            <a:off x="4549703" y="2393485"/>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7. FAQs</a:t>
            </a:r>
            <a:endParaRPr sz="1500">
              <a:solidFill>
                <a:srgbClr val="1E1919"/>
              </a:solidFill>
              <a:latin typeface="Helvetica"/>
              <a:ea typeface="Helvetica"/>
              <a:cs typeface="Helvetica"/>
              <a:sym typeface="Helvetica"/>
            </a:endParaRPr>
          </a:p>
        </p:txBody>
      </p:sp>
      <p:sp>
        <p:nvSpPr>
          <p:cNvPr id="143" name="Google Shape;143;p25"/>
          <p:cNvSpPr txBox="1"/>
          <p:nvPr/>
        </p:nvSpPr>
        <p:spPr>
          <a:xfrm>
            <a:off x="4549703" y="2975788"/>
            <a:ext cx="3421500" cy="2655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Clr>
                <a:schemeClr val="dk1"/>
              </a:buClr>
              <a:buFont typeface="Arial"/>
              <a:buNone/>
            </a:pPr>
            <a:r>
              <a:rPr lang="en" sz="1500">
                <a:solidFill>
                  <a:srgbClr val="1E1919"/>
                </a:solidFill>
                <a:latin typeface="Helvetica"/>
                <a:ea typeface="Helvetica"/>
                <a:cs typeface="Helvetica"/>
                <a:sym typeface="Helvetica"/>
              </a:rPr>
              <a:t>8. </a:t>
            </a:r>
            <a:r>
              <a:rPr lang="en" sz="1500">
                <a:solidFill>
                  <a:srgbClr val="1E1919"/>
                </a:solidFill>
                <a:latin typeface="Helvetica"/>
                <a:ea typeface="Helvetica"/>
                <a:cs typeface="Helvetica"/>
                <a:sym typeface="Helvetica"/>
              </a:rPr>
              <a:t>Legal Considerations</a:t>
            </a:r>
            <a:endParaRPr sz="1500">
              <a:solidFill>
                <a:srgbClr val="1E1919"/>
              </a:solidFill>
              <a:latin typeface="Helvetica"/>
              <a:ea typeface="Helvetica"/>
              <a:cs typeface="Helvetica"/>
              <a:sym typeface="Helvetica"/>
            </a:endParaRPr>
          </a:p>
        </p:txBody>
      </p:sp>
      <p:sp>
        <p:nvSpPr>
          <p:cNvPr id="144" name="Google Shape;144;p25"/>
          <p:cNvSpPr txBox="1"/>
          <p:nvPr/>
        </p:nvSpPr>
        <p:spPr>
          <a:xfrm>
            <a:off x="9960025" y="-435950"/>
            <a:ext cx="69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x2</a:t>
            </a:r>
            <a:endParaRPr/>
          </a:p>
        </p:txBody>
      </p:sp>
      <p:sp>
        <p:nvSpPr>
          <p:cNvPr id="145" name="Google Shape;145;p25"/>
          <p:cNvSpPr txBox="1"/>
          <p:nvPr/>
        </p:nvSpPr>
        <p:spPr>
          <a:xfrm>
            <a:off x="430750" y="300702"/>
            <a:ext cx="6264300" cy="755100"/>
          </a:xfrm>
          <a:prstGeom prst="rect">
            <a:avLst/>
          </a:prstGeom>
          <a:noFill/>
          <a:ln>
            <a:noFill/>
          </a:ln>
        </p:spPr>
        <p:txBody>
          <a:bodyPr anchorCtr="0" anchor="t" bIns="17125" lIns="34275" spcFirstLastPara="1" rIns="34275" wrap="square" tIns="17125">
            <a:spAutoFit/>
          </a:bodyPr>
          <a:lstStyle/>
          <a:p>
            <a:pPr indent="0" lvl="0" marL="0" marR="0" rtl="0" algn="l">
              <a:lnSpc>
                <a:spcPct val="90000"/>
              </a:lnSpc>
              <a:spcBef>
                <a:spcPts val="0"/>
              </a:spcBef>
              <a:spcAft>
                <a:spcPts val="0"/>
              </a:spcAft>
              <a:buNone/>
            </a:pPr>
            <a:r>
              <a:rPr b="1" lang="en" sz="3400">
                <a:solidFill>
                  <a:schemeClr val="dk1"/>
                </a:solidFill>
                <a:latin typeface="Helvetica"/>
                <a:ea typeface="Helvetica"/>
                <a:cs typeface="Helvetica"/>
                <a:sym typeface="Helvetica"/>
              </a:rPr>
              <a:t>Table of Contents</a:t>
            </a:r>
            <a:endParaRPr b="1" sz="3400">
              <a:solidFill>
                <a:schemeClr val="dk1"/>
              </a:solidFill>
              <a:latin typeface="Helvetica"/>
              <a:ea typeface="Helvetica"/>
              <a:cs typeface="Helvetica"/>
              <a:sym typeface="Helvetica"/>
            </a:endParaRPr>
          </a:p>
          <a:p>
            <a:pPr indent="0" lvl="0" marL="0" marR="0" rtl="0" algn="l">
              <a:lnSpc>
                <a:spcPct val="90000"/>
              </a:lnSpc>
              <a:spcBef>
                <a:spcPts val="0"/>
              </a:spcBef>
              <a:spcAft>
                <a:spcPts val="0"/>
              </a:spcAft>
              <a:buNone/>
            </a:pPr>
            <a:r>
              <a:t/>
            </a:r>
            <a:endParaRPr sz="1800">
              <a:solidFill>
                <a:schemeClr val="dk1"/>
              </a:solidFill>
              <a:latin typeface="Helvetica"/>
              <a:ea typeface="Helvetica"/>
              <a:cs typeface="Helvetica"/>
              <a:sym typeface="Helvetica"/>
            </a:endParaRPr>
          </a:p>
        </p:txBody>
      </p:sp>
      <p:grpSp>
        <p:nvGrpSpPr>
          <p:cNvPr id="146" name="Google Shape;146;p25"/>
          <p:cNvGrpSpPr/>
          <p:nvPr/>
        </p:nvGrpSpPr>
        <p:grpSpPr>
          <a:xfrm>
            <a:off x="457200" y="4461450"/>
            <a:ext cx="919500" cy="314400"/>
            <a:chOff x="457200" y="4461450"/>
            <a:chExt cx="919500" cy="314400"/>
          </a:xfrm>
        </p:grpSpPr>
        <p:sp>
          <p:nvSpPr>
            <p:cNvPr id="147" name="Google Shape;147;p25"/>
            <p:cNvSpPr/>
            <p:nvPr/>
          </p:nvSpPr>
          <p:spPr>
            <a:xfrm>
              <a:off x="457200" y="4461450"/>
              <a:ext cx="919500" cy="3144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txBox="1"/>
            <p:nvPr/>
          </p:nvSpPr>
          <p:spPr>
            <a:xfrm>
              <a:off x="546900" y="4529400"/>
              <a:ext cx="740100" cy="178500"/>
            </a:xfrm>
            <a:prstGeom prst="rect">
              <a:avLst/>
            </a:prstGeom>
            <a:solidFill>
              <a:srgbClr val="F3F3F3"/>
            </a:solid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
        <p:nvSpPr>
          <p:cNvPr id="149" name="Google Shape;149;p25"/>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26"/>
          <p:cNvSpPr txBox="1"/>
          <p:nvPr/>
        </p:nvSpPr>
        <p:spPr>
          <a:xfrm>
            <a:off x="460900" y="328450"/>
            <a:ext cx="3772800" cy="616500"/>
          </a:xfrm>
          <a:prstGeom prst="rect">
            <a:avLst/>
          </a:prstGeom>
          <a:noFill/>
          <a:ln>
            <a:noFill/>
          </a:ln>
        </p:spPr>
        <p:txBody>
          <a:bodyPr anchorCtr="0" anchor="t" bIns="17125" lIns="34275" spcFirstLastPara="1" rIns="34275" wrap="square" tIns="17125">
            <a:noAutofit/>
          </a:bodyPr>
          <a:lstStyle/>
          <a:p>
            <a:pPr indent="0" lvl="0" marL="0" marR="0" rtl="0" algn="l">
              <a:lnSpc>
                <a:spcPct val="90000"/>
              </a:lnSpc>
              <a:spcBef>
                <a:spcPts val="0"/>
              </a:spcBef>
              <a:spcAft>
                <a:spcPts val="0"/>
              </a:spcAft>
              <a:buNone/>
            </a:pPr>
            <a:r>
              <a:rPr b="1" lang="en" sz="3000">
                <a:solidFill>
                  <a:srgbClr val="1E1919"/>
                </a:solidFill>
                <a:latin typeface="Helvetica"/>
                <a:ea typeface="Helvetica"/>
                <a:cs typeface="Helvetica"/>
                <a:sym typeface="Helvetica"/>
              </a:rPr>
              <a:t>What We Do</a:t>
            </a:r>
            <a:endParaRPr b="1" sz="3000">
              <a:solidFill>
                <a:srgbClr val="1E1919"/>
              </a:solidFill>
              <a:latin typeface="Helvetica"/>
              <a:ea typeface="Helvetica"/>
              <a:cs typeface="Helvetica"/>
              <a:sym typeface="Helvetica"/>
            </a:endParaRPr>
          </a:p>
          <a:p>
            <a:pPr indent="0" lvl="0" marL="0" marR="0" rtl="0" algn="l">
              <a:lnSpc>
                <a:spcPct val="90000"/>
              </a:lnSpc>
              <a:spcBef>
                <a:spcPts val="0"/>
              </a:spcBef>
              <a:spcAft>
                <a:spcPts val="0"/>
              </a:spcAft>
              <a:buNone/>
            </a:pPr>
            <a:r>
              <a:t/>
            </a:r>
            <a:endParaRPr sz="1800">
              <a:solidFill>
                <a:srgbClr val="1E1919"/>
              </a:solidFill>
              <a:latin typeface="Helvetica"/>
              <a:ea typeface="Helvetica"/>
              <a:cs typeface="Helvetica"/>
              <a:sym typeface="Helvetica"/>
            </a:endParaRPr>
          </a:p>
        </p:txBody>
      </p:sp>
      <p:sp>
        <p:nvSpPr>
          <p:cNvPr id="155" name="Google Shape;155;p26"/>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nvGrpSpPr>
          <p:cNvPr id="156" name="Google Shape;156;p26"/>
          <p:cNvGrpSpPr/>
          <p:nvPr/>
        </p:nvGrpSpPr>
        <p:grpSpPr>
          <a:xfrm>
            <a:off x="457200" y="4461450"/>
            <a:ext cx="919500" cy="314400"/>
            <a:chOff x="457200" y="4461450"/>
            <a:chExt cx="919500" cy="314400"/>
          </a:xfrm>
        </p:grpSpPr>
        <p:sp>
          <p:nvSpPr>
            <p:cNvPr id="157" name="Google Shape;157;p26"/>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6"/>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
        <p:nvSpPr>
          <p:cNvPr id="159" name="Google Shape;159;p26"/>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sp>
        <p:nvSpPr>
          <p:cNvPr id="160" name="Google Shape;160;p26"/>
          <p:cNvSpPr txBox="1"/>
          <p:nvPr>
            <p:ph idx="4294967295" type="body"/>
          </p:nvPr>
        </p:nvSpPr>
        <p:spPr>
          <a:xfrm>
            <a:off x="275325" y="1275575"/>
            <a:ext cx="6549900" cy="2930400"/>
          </a:xfrm>
          <a:prstGeom prst="rect">
            <a:avLst/>
          </a:prstGeom>
        </p:spPr>
        <p:txBody>
          <a:bodyPr anchorCtr="0" anchor="t" bIns="91425" lIns="91425" spcFirstLastPara="1" rIns="91425" wrap="square" tIns="91425">
            <a:noAutofit/>
          </a:bodyPr>
          <a:lstStyle/>
          <a:p>
            <a:pPr indent="-323850" lvl="0" marL="457200" rtl="0" algn="l">
              <a:lnSpc>
                <a:spcPct val="105000"/>
              </a:lnSpc>
              <a:spcBef>
                <a:spcPts val="0"/>
              </a:spcBef>
              <a:spcAft>
                <a:spcPts val="0"/>
              </a:spcAft>
              <a:buClr>
                <a:srgbClr val="1E1919"/>
              </a:buClr>
              <a:buSzPts val="1500"/>
              <a:buFont typeface="Helvetica"/>
              <a:buChar char="●"/>
            </a:pPr>
            <a:r>
              <a:rPr lang="en" sz="1500">
                <a:solidFill>
                  <a:srgbClr val="1E1919"/>
                </a:solidFill>
                <a:latin typeface="Helvetica"/>
                <a:ea typeface="Helvetica"/>
                <a:cs typeface="Helvetica"/>
                <a:sym typeface="Helvetica"/>
              </a:rPr>
              <a:t>This is your time to shine. Tell your potential partner all about your business. </a:t>
            </a:r>
            <a:br>
              <a:rPr lang="en" sz="1500">
                <a:solidFill>
                  <a:srgbClr val="1E1919"/>
                </a:solidFill>
                <a:latin typeface="Helvetica"/>
                <a:ea typeface="Helvetica"/>
                <a:cs typeface="Helvetica"/>
                <a:sym typeface="Helvetica"/>
              </a:rPr>
            </a:br>
            <a:endParaRPr sz="1500">
              <a:solidFill>
                <a:srgbClr val="1E1919"/>
              </a:solidFill>
              <a:latin typeface="Helvetica"/>
              <a:ea typeface="Helvetica"/>
              <a:cs typeface="Helvetica"/>
              <a:sym typeface="Helvetica"/>
            </a:endParaRPr>
          </a:p>
          <a:p>
            <a:pPr indent="-323850" lvl="0" marL="457200" rtl="0" algn="l">
              <a:lnSpc>
                <a:spcPct val="105000"/>
              </a:lnSpc>
              <a:spcBef>
                <a:spcPts val="0"/>
              </a:spcBef>
              <a:spcAft>
                <a:spcPts val="0"/>
              </a:spcAft>
              <a:buClr>
                <a:srgbClr val="1E1919"/>
              </a:buClr>
              <a:buSzPts val="1500"/>
              <a:buFont typeface="Helvetica"/>
              <a:buChar char="●"/>
            </a:pPr>
            <a:r>
              <a:rPr lang="en" sz="1500">
                <a:solidFill>
                  <a:srgbClr val="1E1919"/>
                </a:solidFill>
                <a:latin typeface="Helvetica"/>
                <a:ea typeface="Helvetica"/>
                <a:cs typeface="Helvetica"/>
                <a:sym typeface="Helvetica"/>
              </a:rPr>
              <a:t>Include what you do, your mission, values, and what sets you apart from your competitors. </a:t>
            </a:r>
            <a:br>
              <a:rPr lang="en" sz="1500">
                <a:solidFill>
                  <a:srgbClr val="1E1919"/>
                </a:solidFill>
                <a:latin typeface="Helvetica"/>
                <a:ea typeface="Helvetica"/>
                <a:cs typeface="Helvetica"/>
                <a:sym typeface="Helvetica"/>
              </a:rPr>
            </a:br>
            <a:endParaRPr sz="1500">
              <a:solidFill>
                <a:srgbClr val="1E1919"/>
              </a:solidFill>
              <a:latin typeface="Helvetica"/>
              <a:ea typeface="Helvetica"/>
              <a:cs typeface="Helvetica"/>
              <a:sym typeface="Helvetica"/>
            </a:endParaRPr>
          </a:p>
          <a:p>
            <a:pPr indent="-323850" lvl="0" marL="457200" rtl="0" algn="l">
              <a:lnSpc>
                <a:spcPct val="105000"/>
              </a:lnSpc>
              <a:spcBef>
                <a:spcPts val="0"/>
              </a:spcBef>
              <a:spcAft>
                <a:spcPts val="0"/>
              </a:spcAft>
              <a:buClr>
                <a:srgbClr val="1E1919"/>
              </a:buClr>
              <a:buSzPts val="1500"/>
              <a:buFont typeface="Helvetica"/>
              <a:buChar char="●"/>
            </a:pPr>
            <a:r>
              <a:rPr lang="en" sz="1500">
                <a:solidFill>
                  <a:srgbClr val="1E1919"/>
                </a:solidFill>
                <a:latin typeface="Helvetica"/>
                <a:ea typeface="Helvetica"/>
                <a:cs typeface="Helvetica"/>
                <a:sym typeface="Helvetica"/>
              </a:rPr>
              <a:t>Bring your business to life by sharing its background and future plans for growth.</a:t>
            </a:r>
            <a:endParaRPr sz="2100">
              <a:solidFill>
                <a:srgbClr val="1E1919"/>
              </a:solidFill>
              <a:latin typeface="Helvetica"/>
              <a:ea typeface="Helvetica"/>
              <a:cs typeface="Helvetica"/>
              <a:sym typeface="Helvetic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7"/>
          <p:cNvSpPr txBox="1"/>
          <p:nvPr/>
        </p:nvSpPr>
        <p:spPr>
          <a:xfrm>
            <a:off x="417250" y="328450"/>
            <a:ext cx="6643800" cy="450300"/>
          </a:xfrm>
          <a:prstGeom prst="rect">
            <a:avLst/>
          </a:prstGeom>
          <a:noFill/>
          <a:ln>
            <a:noFill/>
          </a:ln>
        </p:spPr>
        <p:txBody>
          <a:bodyPr anchorCtr="0" anchor="t" bIns="17125" lIns="34275" spcFirstLastPara="1" rIns="34275" wrap="square" tIns="17125">
            <a:spAutoFit/>
          </a:bodyPr>
          <a:lstStyle/>
          <a:p>
            <a:pPr indent="0" lvl="0" marL="0" marR="0" rtl="0" algn="l">
              <a:lnSpc>
                <a:spcPct val="90000"/>
              </a:lnSpc>
              <a:spcBef>
                <a:spcPts val="0"/>
              </a:spcBef>
              <a:spcAft>
                <a:spcPts val="0"/>
              </a:spcAft>
              <a:buNone/>
            </a:pPr>
            <a:r>
              <a:rPr b="1" lang="en" sz="3000">
                <a:solidFill>
                  <a:schemeClr val="dk1"/>
                </a:solidFill>
                <a:latin typeface="Helvetica"/>
                <a:ea typeface="Helvetica"/>
                <a:cs typeface="Helvetica"/>
                <a:sym typeface="Helvetica"/>
              </a:rPr>
              <a:t>Our Team</a:t>
            </a:r>
            <a:endParaRPr sz="1800">
              <a:solidFill>
                <a:schemeClr val="dk1"/>
              </a:solidFill>
              <a:latin typeface="Helvetica"/>
              <a:ea typeface="Helvetica"/>
              <a:cs typeface="Helvetica"/>
              <a:sym typeface="Helvetica"/>
            </a:endParaRPr>
          </a:p>
        </p:txBody>
      </p:sp>
      <p:sp>
        <p:nvSpPr>
          <p:cNvPr id="167" name="Google Shape;167;p27"/>
          <p:cNvSpPr txBox="1"/>
          <p:nvPr/>
        </p:nvSpPr>
        <p:spPr>
          <a:xfrm>
            <a:off x="457200" y="3773613"/>
            <a:ext cx="5806500" cy="569400"/>
          </a:xfrm>
          <a:prstGeom prst="rect">
            <a:avLst/>
          </a:prstGeom>
          <a:solidFill>
            <a:srgbClr val="14C8EB"/>
          </a:solid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1250">
                <a:solidFill>
                  <a:srgbClr val="EEFEFB"/>
                </a:solidFill>
              </a:rPr>
              <a:t>Introduce your team. Include names, titles, and how each person will interact with your potential partner.</a:t>
            </a:r>
            <a:endParaRPr sz="1250">
              <a:solidFill>
                <a:srgbClr val="EEFEFB"/>
              </a:solidFill>
            </a:endParaRPr>
          </a:p>
        </p:txBody>
      </p:sp>
      <p:grpSp>
        <p:nvGrpSpPr>
          <p:cNvPr id="168" name="Google Shape;168;p27"/>
          <p:cNvGrpSpPr/>
          <p:nvPr/>
        </p:nvGrpSpPr>
        <p:grpSpPr>
          <a:xfrm>
            <a:off x="457200" y="4461450"/>
            <a:ext cx="919500" cy="314400"/>
            <a:chOff x="457200" y="4461450"/>
            <a:chExt cx="919500" cy="314400"/>
          </a:xfrm>
        </p:grpSpPr>
        <p:sp>
          <p:nvSpPr>
            <p:cNvPr id="169" name="Google Shape;169;p27"/>
            <p:cNvSpPr/>
            <p:nvPr/>
          </p:nvSpPr>
          <p:spPr>
            <a:xfrm>
              <a:off x="457200" y="4461450"/>
              <a:ext cx="919500" cy="3144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txBox="1"/>
            <p:nvPr/>
          </p:nvSpPr>
          <p:spPr>
            <a:xfrm>
              <a:off x="546900" y="4529400"/>
              <a:ext cx="740100" cy="178500"/>
            </a:xfrm>
            <a:prstGeom prst="rect">
              <a:avLst/>
            </a:prstGeom>
            <a:solidFill>
              <a:srgbClr val="F3F3F3"/>
            </a:solid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
        <p:nvSpPr>
          <p:cNvPr id="171" name="Google Shape;171;p27"/>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pic>
        <p:nvPicPr>
          <p:cNvPr id="172" name="Google Shape;172;p27"/>
          <p:cNvPicPr preferRelativeResize="0"/>
          <p:nvPr/>
        </p:nvPicPr>
        <p:blipFill rotWithShape="1">
          <a:blip r:embed="rId3">
            <a:alphaModFix/>
          </a:blip>
          <a:srcRect b="14270" l="6985" r="3577" t="3715"/>
          <a:stretch/>
        </p:blipFill>
        <p:spPr>
          <a:xfrm>
            <a:off x="467125" y="936750"/>
            <a:ext cx="2174908" cy="1994365"/>
          </a:xfrm>
          <a:prstGeom prst="rect">
            <a:avLst/>
          </a:prstGeom>
          <a:noFill/>
          <a:ln>
            <a:noFill/>
          </a:ln>
        </p:spPr>
      </p:pic>
      <p:pic>
        <p:nvPicPr>
          <p:cNvPr id="173" name="Google Shape;173;p27"/>
          <p:cNvPicPr preferRelativeResize="0"/>
          <p:nvPr/>
        </p:nvPicPr>
        <p:blipFill rotWithShape="1">
          <a:blip r:embed="rId4">
            <a:alphaModFix/>
          </a:blip>
          <a:srcRect b="22373" l="16807" r="16813" t="14989"/>
          <a:stretch/>
        </p:blipFill>
        <p:spPr>
          <a:xfrm>
            <a:off x="2899046" y="936750"/>
            <a:ext cx="2174909" cy="1994380"/>
          </a:xfrm>
          <a:prstGeom prst="rect">
            <a:avLst/>
          </a:prstGeom>
          <a:noFill/>
          <a:ln>
            <a:noFill/>
          </a:ln>
        </p:spPr>
      </p:pic>
      <p:pic>
        <p:nvPicPr>
          <p:cNvPr id="174" name="Google Shape;174;p27"/>
          <p:cNvPicPr preferRelativeResize="0"/>
          <p:nvPr/>
        </p:nvPicPr>
        <p:blipFill rotWithShape="1">
          <a:blip r:embed="rId5">
            <a:alphaModFix/>
          </a:blip>
          <a:srcRect b="8298" l="0" r="0" t="0"/>
          <a:stretch/>
        </p:blipFill>
        <p:spPr>
          <a:xfrm>
            <a:off x="5317035" y="936750"/>
            <a:ext cx="2174874" cy="1994380"/>
          </a:xfrm>
          <a:prstGeom prst="rect">
            <a:avLst/>
          </a:prstGeom>
          <a:noFill/>
          <a:ln>
            <a:noFill/>
          </a:ln>
        </p:spPr>
      </p:pic>
      <p:sp>
        <p:nvSpPr>
          <p:cNvPr id="175" name="Google Shape;175;p27"/>
          <p:cNvSpPr txBox="1"/>
          <p:nvPr/>
        </p:nvSpPr>
        <p:spPr>
          <a:xfrm>
            <a:off x="480859" y="2930080"/>
            <a:ext cx="2175300" cy="648900"/>
          </a:xfrm>
          <a:prstGeom prst="rect">
            <a:avLst/>
          </a:prstGeom>
          <a:noFill/>
          <a:ln>
            <a:noFill/>
          </a:ln>
        </p:spPr>
        <p:txBody>
          <a:bodyPr anchorCtr="0" anchor="t" bIns="0" lIns="0" spcFirstLastPara="1" rIns="0" wrap="square" tIns="45700">
            <a:noAutofit/>
          </a:bodyPr>
          <a:lstStyle/>
          <a:p>
            <a:pPr indent="0" lvl="0" marL="0" rtl="0" algn="l">
              <a:lnSpc>
                <a:spcPct val="90000"/>
              </a:lnSpc>
              <a:spcBef>
                <a:spcPts val="0"/>
              </a:spcBef>
              <a:spcAft>
                <a:spcPts val="0"/>
              </a:spcAft>
              <a:buClr>
                <a:schemeClr val="dk1"/>
              </a:buClr>
              <a:buSzPts val="1100"/>
              <a:buFont typeface="Arial"/>
              <a:buNone/>
            </a:pPr>
            <a:r>
              <a:rPr lang="en" sz="1200">
                <a:solidFill>
                  <a:schemeClr val="dk1"/>
                </a:solidFill>
                <a:latin typeface="Helvetica"/>
                <a:ea typeface="Helvetica"/>
                <a:cs typeface="Helvetica"/>
                <a:sym typeface="Helvetica"/>
              </a:rPr>
              <a:t>First Name </a:t>
            </a:r>
            <a:endParaRPr sz="1200">
              <a:solidFill>
                <a:schemeClr val="dk1"/>
              </a:solidFill>
              <a:latin typeface="Helvetica"/>
              <a:ea typeface="Helvetica"/>
              <a:cs typeface="Helvetica"/>
              <a:sym typeface="Helvetica"/>
            </a:endParaRPr>
          </a:p>
          <a:p>
            <a:pPr indent="0" lvl="0" marL="0" rtl="0" algn="l">
              <a:lnSpc>
                <a:spcPct val="90000"/>
              </a:lnSpc>
              <a:spcBef>
                <a:spcPts val="0"/>
              </a:spcBef>
              <a:spcAft>
                <a:spcPts val="0"/>
              </a:spcAft>
              <a:buClr>
                <a:schemeClr val="dk1"/>
              </a:buClr>
              <a:buSzPts val="1100"/>
              <a:buFont typeface="Arial"/>
              <a:buNone/>
            </a:pPr>
            <a:r>
              <a:rPr b="1" lang="en" sz="1200">
                <a:solidFill>
                  <a:schemeClr val="dk1"/>
                </a:solidFill>
                <a:latin typeface="Helvetica"/>
                <a:ea typeface="Helvetica"/>
                <a:cs typeface="Helvetica"/>
                <a:sym typeface="Helvetica"/>
              </a:rPr>
              <a:t>Last Name</a:t>
            </a:r>
            <a:endParaRPr b="1" sz="1200">
              <a:solidFill>
                <a:schemeClr val="dk1"/>
              </a:solidFill>
              <a:latin typeface="Helvetica"/>
              <a:ea typeface="Helvetica"/>
              <a:cs typeface="Helvetica"/>
              <a:sym typeface="Helvetica"/>
            </a:endParaRPr>
          </a:p>
          <a:p>
            <a:pPr indent="0" lvl="0" marL="0" rtl="0" algn="l">
              <a:lnSpc>
                <a:spcPct val="90000"/>
              </a:lnSpc>
              <a:spcBef>
                <a:spcPts val="0"/>
              </a:spcBef>
              <a:spcAft>
                <a:spcPts val="0"/>
              </a:spcAft>
              <a:buClr>
                <a:schemeClr val="dk1"/>
              </a:buClr>
              <a:buSzPts val="1100"/>
              <a:buFont typeface="Arial"/>
              <a:buNone/>
            </a:pPr>
            <a:r>
              <a:t/>
            </a:r>
            <a:endParaRPr b="1" sz="1200">
              <a:solidFill>
                <a:schemeClr val="dk1"/>
              </a:solidFill>
              <a:latin typeface="Helvetica"/>
              <a:ea typeface="Helvetica"/>
              <a:cs typeface="Helvetica"/>
              <a:sym typeface="Helvetica"/>
            </a:endParaRPr>
          </a:p>
          <a:p>
            <a:pPr indent="0" lvl="0" marL="0" rtl="0" algn="l">
              <a:lnSpc>
                <a:spcPct val="90000"/>
              </a:lnSpc>
              <a:spcBef>
                <a:spcPts val="0"/>
              </a:spcBef>
              <a:spcAft>
                <a:spcPts val="0"/>
              </a:spcAft>
              <a:buClr>
                <a:schemeClr val="dk1"/>
              </a:buClr>
              <a:buSzPts val="1100"/>
              <a:buFont typeface="Arial"/>
              <a:buNone/>
            </a:pPr>
            <a:r>
              <a:rPr lang="en" sz="1200">
                <a:solidFill>
                  <a:schemeClr val="dk1"/>
                </a:solidFill>
                <a:latin typeface="Helvetica"/>
                <a:ea typeface="Helvetica"/>
                <a:cs typeface="Helvetica"/>
                <a:sym typeface="Helvetica"/>
              </a:rPr>
              <a:t>Bio text goes here</a:t>
            </a:r>
            <a:endParaRPr sz="1200">
              <a:latin typeface="Helvetica"/>
              <a:ea typeface="Helvetica"/>
              <a:cs typeface="Helvetica"/>
              <a:sym typeface="Helvetica"/>
            </a:endParaRPr>
          </a:p>
        </p:txBody>
      </p:sp>
      <p:sp>
        <p:nvSpPr>
          <p:cNvPr id="176" name="Google Shape;176;p27"/>
          <p:cNvSpPr txBox="1"/>
          <p:nvPr/>
        </p:nvSpPr>
        <p:spPr>
          <a:xfrm>
            <a:off x="2898939" y="2930080"/>
            <a:ext cx="2175300" cy="648900"/>
          </a:xfrm>
          <a:prstGeom prst="rect">
            <a:avLst/>
          </a:prstGeom>
          <a:noFill/>
          <a:ln>
            <a:noFill/>
          </a:ln>
        </p:spPr>
        <p:txBody>
          <a:bodyPr anchorCtr="0" anchor="t" bIns="0" lIns="0" spcFirstLastPara="1" rIns="0" wrap="square" tIns="45700">
            <a:noAutofit/>
          </a:bodyPr>
          <a:lstStyle/>
          <a:p>
            <a:pPr indent="0" lvl="0" marL="0" rtl="0" algn="l">
              <a:lnSpc>
                <a:spcPct val="90000"/>
              </a:lnSpc>
              <a:spcBef>
                <a:spcPts val="0"/>
              </a:spcBef>
              <a:spcAft>
                <a:spcPts val="0"/>
              </a:spcAft>
              <a:buClr>
                <a:schemeClr val="dk1"/>
              </a:buClr>
              <a:buSzPts val="1100"/>
              <a:buFont typeface="Arial"/>
              <a:buNone/>
            </a:pPr>
            <a:r>
              <a:rPr lang="en" sz="1200">
                <a:solidFill>
                  <a:schemeClr val="dk1"/>
                </a:solidFill>
                <a:latin typeface="Helvetica"/>
                <a:ea typeface="Helvetica"/>
                <a:cs typeface="Helvetica"/>
                <a:sym typeface="Helvetica"/>
              </a:rPr>
              <a:t>First Name </a:t>
            </a:r>
            <a:endParaRPr sz="1200">
              <a:solidFill>
                <a:schemeClr val="dk1"/>
              </a:solidFill>
              <a:latin typeface="Helvetica"/>
              <a:ea typeface="Helvetica"/>
              <a:cs typeface="Helvetica"/>
              <a:sym typeface="Helvetica"/>
            </a:endParaRPr>
          </a:p>
          <a:p>
            <a:pPr indent="0" lvl="0" marL="0" rtl="0" algn="l">
              <a:lnSpc>
                <a:spcPct val="90000"/>
              </a:lnSpc>
              <a:spcBef>
                <a:spcPts val="0"/>
              </a:spcBef>
              <a:spcAft>
                <a:spcPts val="0"/>
              </a:spcAft>
              <a:buClr>
                <a:schemeClr val="dk1"/>
              </a:buClr>
              <a:buSzPts val="1100"/>
              <a:buFont typeface="Arial"/>
              <a:buNone/>
            </a:pPr>
            <a:r>
              <a:rPr b="1" lang="en" sz="1200">
                <a:solidFill>
                  <a:schemeClr val="dk1"/>
                </a:solidFill>
                <a:latin typeface="Helvetica"/>
                <a:ea typeface="Helvetica"/>
                <a:cs typeface="Helvetica"/>
                <a:sym typeface="Helvetica"/>
              </a:rPr>
              <a:t>Last Name</a:t>
            </a:r>
            <a:endParaRPr b="1" sz="1200">
              <a:solidFill>
                <a:schemeClr val="dk1"/>
              </a:solidFill>
              <a:latin typeface="Helvetica"/>
              <a:ea typeface="Helvetica"/>
              <a:cs typeface="Helvetica"/>
              <a:sym typeface="Helvetica"/>
            </a:endParaRPr>
          </a:p>
          <a:p>
            <a:pPr indent="0" lvl="0" marL="0" rtl="0" algn="l">
              <a:lnSpc>
                <a:spcPct val="90000"/>
              </a:lnSpc>
              <a:spcBef>
                <a:spcPts val="0"/>
              </a:spcBef>
              <a:spcAft>
                <a:spcPts val="0"/>
              </a:spcAft>
              <a:buClr>
                <a:schemeClr val="dk1"/>
              </a:buClr>
              <a:buSzPts val="1100"/>
              <a:buFont typeface="Arial"/>
              <a:buNone/>
            </a:pPr>
            <a:r>
              <a:t/>
            </a:r>
            <a:endParaRPr b="1" sz="1200">
              <a:solidFill>
                <a:schemeClr val="dk1"/>
              </a:solidFill>
              <a:latin typeface="Helvetica"/>
              <a:ea typeface="Helvetica"/>
              <a:cs typeface="Helvetica"/>
              <a:sym typeface="Helvetica"/>
            </a:endParaRPr>
          </a:p>
          <a:p>
            <a:pPr indent="0" lvl="0" marL="0" rtl="0" algn="l">
              <a:lnSpc>
                <a:spcPct val="90000"/>
              </a:lnSpc>
              <a:spcBef>
                <a:spcPts val="0"/>
              </a:spcBef>
              <a:spcAft>
                <a:spcPts val="0"/>
              </a:spcAft>
              <a:buClr>
                <a:schemeClr val="dk1"/>
              </a:buClr>
              <a:buSzPts val="1100"/>
              <a:buFont typeface="Arial"/>
              <a:buNone/>
            </a:pPr>
            <a:r>
              <a:rPr lang="en" sz="1200">
                <a:solidFill>
                  <a:schemeClr val="dk1"/>
                </a:solidFill>
                <a:latin typeface="Helvetica"/>
                <a:ea typeface="Helvetica"/>
                <a:cs typeface="Helvetica"/>
                <a:sym typeface="Helvetica"/>
              </a:rPr>
              <a:t>Bio text goes here</a:t>
            </a:r>
            <a:endParaRPr sz="1200">
              <a:latin typeface="Helvetica"/>
              <a:ea typeface="Helvetica"/>
              <a:cs typeface="Helvetica"/>
              <a:sym typeface="Helvetica"/>
            </a:endParaRPr>
          </a:p>
        </p:txBody>
      </p:sp>
      <p:sp>
        <p:nvSpPr>
          <p:cNvPr id="177" name="Google Shape;177;p27"/>
          <p:cNvSpPr txBox="1"/>
          <p:nvPr/>
        </p:nvSpPr>
        <p:spPr>
          <a:xfrm>
            <a:off x="5316992" y="2930080"/>
            <a:ext cx="2175300" cy="648900"/>
          </a:xfrm>
          <a:prstGeom prst="rect">
            <a:avLst/>
          </a:prstGeom>
          <a:noFill/>
          <a:ln>
            <a:noFill/>
          </a:ln>
        </p:spPr>
        <p:txBody>
          <a:bodyPr anchorCtr="0" anchor="t" bIns="0" lIns="0" spcFirstLastPara="1" rIns="0" wrap="square" tIns="45700">
            <a:noAutofit/>
          </a:bodyPr>
          <a:lstStyle/>
          <a:p>
            <a:pPr indent="0" lvl="0" marL="0" rtl="0" algn="l">
              <a:lnSpc>
                <a:spcPct val="90000"/>
              </a:lnSpc>
              <a:spcBef>
                <a:spcPts val="0"/>
              </a:spcBef>
              <a:spcAft>
                <a:spcPts val="0"/>
              </a:spcAft>
              <a:buNone/>
            </a:pPr>
            <a:r>
              <a:rPr lang="en" sz="1200">
                <a:latin typeface="Helvetica"/>
                <a:ea typeface="Helvetica"/>
                <a:cs typeface="Helvetica"/>
                <a:sym typeface="Helvetica"/>
              </a:rPr>
              <a:t>First Name </a:t>
            </a:r>
            <a:endParaRPr sz="1200">
              <a:latin typeface="Helvetica"/>
              <a:ea typeface="Helvetica"/>
              <a:cs typeface="Helvetica"/>
              <a:sym typeface="Helvetica"/>
            </a:endParaRPr>
          </a:p>
          <a:p>
            <a:pPr indent="0" lvl="0" marL="0" rtl="0" algn="l">
              <a:lnSpc>
                <a:spcPct val="90000"/>
              </a:lnSpc>
              <a:spcBef>
                <a:spcPts val="0"/>
              </a:spcBef>
              <a:spcAft>
                <a:spcPts val="0"/>
              </a:spcAft>
              <a:buNone/>
            </a:pPr>
            <a:r>
              <a:rPr b="1" lang="en" sz="1200">
                <a:latin typeface="Helvetica"/>
                <a:ea typeface="Helvetica"/>
                <a:cs typeface="Helvetica"/>
                <a:sym typeface="Helvetica"/>
              </a:rPr>
              <a:t>Last Name</a:t>
            </a:r>
            <a:endParaRPr b="1" sz="1200">
              <a:latin typeface="Helvetica"/>
              <a:ea typeface="Helvetica"/>
              <a:cs typeface="Helvetica"/>
              <a:sym typeface="Helvetica"/>
            </a:endParaRPr>
          </a:p>
          <a:p>
            <a:pPr indent="0" lvl="0" marL="0" rtl="0" algn="l">
              <a:lnSpc>
                <a:spcPct val="90000"/>
              </a:lnSpc>
              <a:spcBef>
                <a:spcPts val="0"/>
              </a:spcBef>
              <a:spcAft>
                <a:spcPts val="0"/>
              </a:spcAft>
              <a:buNone/>
            </a:pPr>
            <a:r>
              <a:t/>
            </a:r>
            <a:endParaRPr b="1" sz="1200">
              <a:latin typeface="Helvetica"/>
              <a:ea typeface="Helvetica"/>
              <a:cs typeface="Helvetica"/>
              <a:sym typeface="Helvetica"/>
            </a:endParaRPr>
          </a:p>
          <a:p>
            <a:pPr indent="0" lvl="0" marL="0" rtl="0" algn="l">
              <a:lnSpc>
                <a:spcPct val="90000"/>
              </a:lnSpc>
              <a:spcBef>
                <a:spcPts val="0"/>
              </a:spcBef>
              <a:spcAft>
                <a:spcPts val="0"/>
              </a:spcAft>
              <a:buNone/>
            </a:pPr>
            <a:r>
              <a:rPr lang="en" sz="1200">
                <a:latin typeface="Helvetica"/>
                <a:ea typeface="Helvetica"/>
                <a:cs typeface="Helvetica"/>
                <a:sym typeface="Helvetica"/>
              </a:rPr>
              <a:t>Bio text goes here</a:t>
            </a:r>
            <a:endParaRPr sz="1200">
              <a:latin typeface="Helvetica"/>
              <a:ea typeface="Helvetica"/>
              <a:cs typeface="Helvetica"/>
              <a:sym typeface="Helvetic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28"/>
          <p:cNvSpPr txBox="1"/>
          <p:nvPr/>
        </p:nvSpPr>
        <p:spPr>
          <a:xfrm>
            <a:off x="417250" y="328450"/>
            <a:ext cx="6767700" cy="450300"/>
          </a:xfrm>
          <a:prstGeom prst="rect">
            <a:avLst/>
          </a:prstGeom>
          <a:noFill/>
          <a:ln>
            <a:noFill/>
          </a:ln>
        </p:spPr>
        <p:txBody>
          <a:bodyPr anchorCtr="0" anchor="t" bIns="17125" lIns="34275" spcFirstLastPara="1" rIns="34275" wrap="square" tIns="17125">
            <a:spAutoFit/>
          </a:bodyPr>
          <a:lstStyle/>
          <a:p>
            <a:pPr indent="0" lvl="0" marL="0" marR="0" rtl="0" algn="l">
              <a:lnSpc>
                <a:spcPct val="90000"/>
              </a:lnSpc>
              <a:spcBef>
                <a:spcPts val="0"/>
              </a:spcBef>
              <a:spcAft>
                <a:spcPts val="0"/>
              </a:spcAft>
              <a:buNone/>
            </a:pPr>
            <a:r>
              <a:rPr b="1" lang="en" sz="3000">
                <a:solidFill>
                  <a:schemeClr val="dk1"/>
                </a:solidFill>
                <a:latin typeface="Helvetica"/>
                <a:ea typeface="Helvetica"/>
                <a:cs typeface="Helvetica"/>
                <a:sym typeface="Helvetica"/>
              </a:rPr>
              <a:t>Our Audience</a:t>
            </a:r>
            <a:endParaRPr sz="1800">
              <a:solidFill>
                <a:schemeClr val="dk1"/>
              </a:solidFill>
              <a:latin typeface="Helvetica"/>
              <a:ea typeface="Helvetica"/>
              <a:cs typeface="Helvetica"/>
              <a:sym typeface="Helvetica"/>
            </a:endParaRPr>
          </a:p>
        </p:txBody>
      </p:sp>
      <p:sp>
        <p:nvSpPr>
          <p:cNvPr id="184" name="Google Shape;184;p28"/>
          <p:cNvSpPr txBox="1"/>
          <p:nvPr/>
        </p:nvSpPr>
        <p:spPr>
          <a:xfrm>
            <a:off x="457200" y="3536075"/>
            <a:ext cx="8191800" cy="569400"/>
          </a:xfrm>
          <a:prstGeom prst="rect">
            <a:avLst/>
          </a:prstGeom>
          <a:solidFill>
            <a:srgbClr val="14C8EB"/>
          </a:solid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1250">
                <a:solidFill>
                  <a:srgbClr val="EEFEFB"/>
                </a:solidFill>
                <a:latin typeface="Helvetica"/>
                <a:ea typeface="Helvetica"/>
                <a:cs typeface="Helvetica"/>
                <a:sym typeface="Helvetica"/>
              </a:rPr>
              <a:t>Provide an overview of your core audience. Include their role, industry, and any other relevant information of those attending. Make a copy of the linked spreadsheet to update the chart directly.</a:t>
            </a:r>
            <a:endParaRPr>
              <a:latin typeface="Helvetica"/>
              <a:ea typeface="Helvetica"/>
              <a:cs typeface="Helvetica"/>
              <a:sym typeface="Helvetica"/>
            </a:endParaRPr>
          </a:p>
        </p:txBody>
      </p:sp>
      <p:sp>
        <p:nvSpPr>
          <p:cNvPr id="185" name="Google Shape;185;p28"/>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grpSp>
        <p:nvGrpSpPr>
          <p:cNvPr id="186" name="Google Shape;186;p28"/>
          <p:cNvGrpSpPr/>
          <p:nvPr/>
        </p:nvGrpSpPr>
        <p:grpSpPr>
          <a:xfrm>
            <a:off x="457200" y="4461450"/>
            <a:ext cx="919500" cy="314400"/>
            <a:chOff x="457200" y="4461450"/>
            <a:chExt cx="919500" cy="314400"/>
          </a:xfrm>
        </p:grpSpPr>
        <p:sp>
          <p:nvSpPr>
            <p:cNvPr id="187" name="Google Shape;187;p28"/>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8"/>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29"/>
          <p:cNvSpPr txBox="1"/>
          <p:nvPr/>
        </p:nvSpPr>
        <p:spPr>
          <a:xfrm>
            <a:off x="409900" y="1142991"/>
            <a:ext cx="1555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lang="en" sz="1200">
                <a:solidFill>
                  <a:srgbClr val="1E1919"/>
                </a:solidFill>
                <a:latin typeface="Helvetica"/>
                <a:ea typeface="Helvetica"/>
                <a:cs typeface="Helvetica"/>
                <a:sym typeface="Helvetica"/>
              </a:rPr>
              <a:t>Shared Leads</a:t>
            </a:r>
            <a:endParaRPr sz="1200">
              <a:solidFill>
                <a:srgbClr val="1E1919"/>
              </a:solidFill>
              <a:latin typeface="Helvetica"/>
              <a:ea typeface="Helvetica"/>
              <a:cs typeface="Helvetica"/>
              <a:sym typeface="Helvetica"/>
            </a:endParaRPr>
          </a:p>
        </p:txBody>
      </p:sp>
      <p:sp>
        <p:nvSpPr>
          <p:cNvPr id="195" name="Google Shape;195;p29"/>
          <p:cNvSpPr txBox="1"/>
          <p:nvPr/>
        </p:nvSpPr>
        <p:spPr>
          <a:xfrm>
            <a:off x="2133406" y="1142991"/>
            <a:ext cx="1555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lang="en" sz="1200">
                <a:solidFill>
                  <a:srgbClr val="1E1919"/>
                </a:solidFill>
                <a:latin typeface="Helvetica"/>
                <a:ea typeface="Helvetica"/>
                <a:cs typeface="Helvetica"/>
                <a:sym typeface="Helvetica"/>
              </a:rPr>
              <a:t>Growth Opportunities</a:t>
            </a:r>
            <a:endParaRPr sz="1200">
              <a:solidFill>
                <a:srgbClr val="1E1919"/>
              </a:solidFill>
              <a:latin typeface="Helvetica"/>
              <a:ea typeface="Helvetica"/>
              <a:cs typeface="Helvetica"/>
              <a:sym typeface="Helvetica"/>
            </a:endParaRPr>
          </a:p>
        </p:txBody>
      </p:sp>
      <p:sp>
        <p:nvSpPr>
          <p:cNvPr id="196" name="Google Shape;196;p29"/>
          <p:cNvSpPr txBox="1"/>
          <p:nvPr/>
        </p:nvSpPr>
        <p:spPr>
          <a:xfrm>
            <a:off x="3688898" y="1142991"/>
            <a:ext cx="1555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lang="en" sz="1200">
                <a:solidFill>
                  <a:srgbClr val="1E1919"/>
                </a:solidFill>
                <a:latin typeface="Helvetica"/>
                <a:ea typeface="Helvetica"/>
                <a:cs typeface="Helvetica"/>
                <a:sym typeface="Helvetica"/>
              </a:rPr>
              <a:t>Customer Insights</a:t>
            </a:r>
            <a:endParaRPr sz="1200">
              <a:solidFill>
                <a:srgbClr val="1E1919"/>
              </a:solidFill>
              <a:latin typeface="Helvetica"/>
              <a:ea typeface="Helvetica"/>
              <a:cs typeface="Helvetica"/>
              <a:sym typeface="Helvetica"/>
            </a:endParaRPr>
          </a:p>
        </p:txBody>
      </p:sp>
      <p:sp>
        <p:nvSpPr>
          <p:cNvPr id="197" name="Google Shape;197;p29"/>
          <p:cNvSpPr txBox="1"/>
          <p:nvPr/>
        </p:nvSpPr>
        <p:spPr>
          <a:xfrm>
            <a:off x="5369745" y="1142991"/>
            <a:ext cx="1555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lang="en" sz="1200">
                <a:solidFill>
                  <a:srgbClr val="1E1919"/>
                </a:solidFill>
                <a:latin typeface="Helvetica"/>
                <a:ea typeface="Helvetica"/>
                <a:cs typeface="Helvetica"/>
                <a:sym typeface="Helvetica"/>
              </a:rPr>
              <a:t>Profit Sharing</a:t>
            </a:r>
            <a:endParaRPr sz="1200">
              <a:solidFill>
                <a:srgbClr val="1E1919"/>
              </a:solidFill>
              <a:latin typeface="Helvetica"/>
              <a:ea typeface="Helvetica"/>
              <a:cs typeface="Helvetica"/>
              <a:sym typeface="Helvetica"/>
            </a:endParaRPr>
          </a:p>
        </p:txBody>
      </p:sp>
      <p:sp>
        <p:nvSpPr>
          <p:cNvPr id="198" name="Google Shape;198;p29"/>
          <p:cNvSpPr txBox="1"/>
          <p:nvPr/>
        </p:nvSpPr>
        <p:spPr>
          <a:xfrm>
            <a:off x="7050594" y="1142991"/>
            <a:ext cx="15555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lang="en" sz="1200">
                <a:solidFill>
                  <a:srgbClr val="1E1919"/>
                </a:solidFill>
                <a:latin typeface="Helvetica"/>
                <a:ea typeface="Helvetica"/>
                <a:cs typeface="Helvetica"/>
                <a:sym typeface="Helvetica"/>
              </a:rPr>
              <a:t>Knowledge Sharing</a:t>
            </a:r>
            <a:endParaRPr sz="1200">
              <a:solidFill>
                <a:srgbClr val="1E1919"/>
              </a:solidFill>
              <a:latin typeface="Helvetica"/>
              <a:ea typeface="Helvetica"/>
              <a:cs typeface="Helvetica"/>
              <a:sym typeface="Helvetica"/>
            </a:endParaRPr>
          </a:p>
        </p:txBody>
      </p:sp>
      <p:grpSp>
        <p:nvGrpSpPr>
          <p:cNvPr id="199" name="Google Shape;199;p29"/>
          <p:cNvGrpSpPr/>
          <p:nvPr/>
        </p:nvGrpSpPr>
        <p:grpSpPr>
          <a:xfrm>
            <a:off x="457200" y="4461450"/>
            <a:ext cx="919500" cy="314400"/>
            <a:chOff x="457200" y="4461450"/>
            <a:chExt cx="919500" cy="314400"/>
          </a:xfrm>
        </p:grpSpPr>
        <p:sp>
          <p:nvSpPr>
            <p:cNvPr id="200" name="Google Shape;200;p29"/>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9"/>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
        <p:nvSpPr>
          <p:cNvPr id="202" name="Google Shape;202;p29"/>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sp>
        <p:nvSpPr>
          <p:cNvPr id="203" name="Google Shape;203;p29"/>
          <p:cNvSpPr txBox="1"/>
          <p:nvPr/>
        </p:nvSpPr>
        <p:spPr>
          <a:xfrm>
            <a:off x="457200" y="3708425"/>
            <a:ext cx="8072100" cy="377100"/>
          </a:xfrm>
          <a:prstGeom prst="rect">
            <a:avLst/>
          </a:prstGeom>
          <a:solidFill>
            <a:srgbClr val="14C8EB"/>
          </a:solid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1250">
                <a:solidFill>
                  <a:srgbClr val="EEFEFB"/>
                </a:solidFill>
                <a:latin typeface="Helvetica"/>
                <a:ea typeface="Helvetica"/>
                <a:cs typeface="Helvetica"/>
                <a:sym typeface="Helvetica"/>
              </a:rPr>
              <a:t>Include an overview of how your potential partners will benefit and grow from this relationship.</a:t>
            </a:r>
            <a:endParaRPr sz="1250">
              <a:solidFill>
                <a:srgbClr val="EEFEFB"/>
              </a:solidFill>
              <a:latin typeface="Helvetica"/>
              <a:ea typeface="Helvetica"/>
              <a:cs typeface="Helvetica"/>
              <a:sym typeface="Helvetica"/>
            </a:endParaRPr>
          </a:p>
        </p:txBody>
      </p:sp>
      <p:sp>
        <p:nvSpPr>
          <p:cNvPr id="204" name="Google Shape;204;p29"/>
          <p:cNvSpPr txBox="1"/>
          <p:nvPr/>
        </p:nvSpPr>
        <p:spPr>
          <a:xfrm>
            <a:off x="417250" y="328450"/>
            <a:ext cx="6767700" cy="450300"/>
          </a:xfrm>
          <a:prstGeom prst="rect">
            <a:avLst/>
          </a:prstGeom>
          <a:noFill/>
          <a:ln>
            <a:noFill/>
          </a:ln>
        </p:spPr>
        <p:txBody>
          <a:bodyPr anchorCtr="0" anchor="t" bIns="17125" lIns="34275" spcFirstLastPara="1" rIns="34275" wrap="square" tIns="17125">
            <a:spAutoFit/>
          </a:bodyPr>
          <a:lstStyle/>
          <a:p>
            <a:pPr indent="0" lvl="0" marL="0" rtl="0" algn="l">
              <a:lnSpc>
                <a:spcPct val="90000"/>
              </a:lnSpc>
              <a:spcBef>
                <a:spcPts val="0"/>
              </a:spcBef>
              <a:spcAft>
                <a:spcPts val="0"/>
              </a:spcAft>
              <a:buNone/>
            </a:pPr>
            <a:r>
              <a:rPr b="1" lang="en" sz="3000">
                <a:solidFill>
                  <a:schemeClr val="dk1"/>
                </a:solidFill>
                <a:latin typeface="Helvetica"/>
                <a:ea typeface="Helvetica"/>
                <a:cs typeface="Helvetica"/>
                <a:sym typeface="Helvetica"/>
              </a:rPr>
              <a:t>Partner Benefits</a:t>
            </a:r>
            <a:endParaRPr b="1" sz="3000">
              <a:solidFill>
                <a:schemeClr val="dk1"/>
              </a:solidFill>
              <a:latin typeface="Helvetica"/>
              <a:ea typeface="Helvetica"/>
              <a:cs typeface="Helvetica"/>
              <a:sym typeface="Helvetic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graphicFrame>
        <p:nvGraphicFramePr>
          <p:cNvPr id="209" name="Google Shape;209;p30"/>
          <p:cNvGraphicFramePr/>
          <p:nvPr/>
        </p:nvGraphicFramePr>
        <p:xfrm>
          <a:off x="441475" y="1073080"/>
          <a:ext cx="3000000" cy="3000000"/>
        </p:xfrm>
        <a:graphic>
          <a:graphicData uri="http://schemas.openxmlformats.org/drawingml/2006/table">
            <a:tbl>
              <a:tblPr>
                <a:noFill/>
                <a:tableStyleId>{B4938CE6-A6D9-42AA-A405-5641AD2FC792}</a:tableStyleId>
              </a:tblPr>
              <a:tblGrid>
                <a:gridCol w="1787200"/>
                <a:gridCol w="282275"/>
                <a:gridCol w="1775775"/>
                <a:gridCol w="282275"/>
                <a:gridCol w="1853825"/>
                <a:gridCol w="282275"/>
                <a:gridCol w="1983975"/>
              </a:tblGrid>
              <a:tr h="249975">
                <a:tc>
                  <a:txBody>
                    <a:bodyPr/>
                    <a:lstStyle/>
                    <a:p>
                      <a:pPr indent="0" lvl="0" marL="0" rtl="0" algn="l">
                        <a:spcBef>
                          <a:spcPts val="0"/>
                        </a:spcBef>
                        <a:spcAft>
                          <a:spcPts val="0"/>
                        </a:spcAft>
                        <a:buClr>
                          <a:schemeClr val="dk1"/>
                        </a:buClr>
                        <a:buSzPts val="1100"/>
                        <a:buFont typeface="Arial"/>
                        <a:buNone/>
                      </a:pPr>
                      <a:r>
                        <a:rPr b="1" lang="en" sz="1200">
                          <a:latin typeface="Helvetica"/>
                          <a:ea typeface="Helvetica"/>
                          <a:cs typeface="Helvetica"/>
                          <a:sym typeface="Helvetica"/>
                        </a:rPr>
                        <a:t>Content Collaboration</a:t>
                      </a:r>
                      <a:endParaRPr sz="1200"/>
                    </a:p>
                  </a:txBody>
                  <a:tcPr marT="91425" marB="91425" marR="91425" marL="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200">
                        <a:solidFill>
                          <a:srgbClr val="F7F5F2"/>
                        </a:solidFill>
                        <a:latin typeface="Helvetica"/>
                        <a:ea typeface="Helvetica"/>
                        <a:cs typeface="Helvetica"/>
                        <a:sym typeface="Helvetica"/>
                      </a:endParaRPr>
                    </a:p>
                  </a:txBody>
                  <a:tcPr marT="0" marB="0" marR="0" marL="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200">
                          <a:latin typeface="Helvetica"/>
                          <a:ea typeface="Helvetica"/>
                          <a:cs typeface="Helvetica"/>
                          <a:sym typeface="Helvetica"/>
                        </a:rPr>
                        <a:t>Event Promotion</a:t>
                      </a:r>
                      <a:endParaRPr sz="1200"/>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200">
                        <a:solidFill>
                          <a:srgbClr val="F7F5F2"/>
                        </a:solidFill>
                        <a:latin typeface="Helvetica"/>
                        <a:ea typeface="Helvetica"/>
                        <a:cs typeface="Helvetica"/>
                        <a:sym typeface="Helvetica"/>
                      </a:endParaRPr>
                    </a:p>
                  </a:txBody>
                  <a:tcPr marT="0" marB="0" marR="0" marL="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200">
                          <a:latin typeface="Helvetica"/>
                          <a:ea typeface="Helvetica"/>
                          <a:cs typeface="Helvetica"/>
                          <a:sym typeface="Helvetica"/>
                        </a:rPr>
                        <a:t>New Clients</a:t>
                      </a:r>
                      <a:endParaRPr sz="1200"/>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sz="1200">
                        <a:latin typeface="Helvetica"/>
                        <a:ea typeface="Helvetica"/>
                        <a:cs typeface="Helvetica"/>
                        <a:sym typeface="Helvetica"/>
                      </a:endParaRPr>
                    </a:p>
                  </a:txBody>
                  <a:tcPr marT="0" marB="0" marR="0" marL="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 sz="1200">
                          <a:solidFill>
                            <a:schemeClr val="dk1"/>
                          </a:solidFill>
                          <a:latin typeface="Helvetica"/>
                          <a:ea typeface="Helvetica"/>
                          <a:cs typeface="Helvetica"/>
                          <a:sym typeface="Helvetica"/>
                        </a:rPr>
                        <a:t>Shared Insights</a:t>
                      </a:r>
                      <a:endParaRPr b="1" sz="1200">
                        <a:latin typeface="Helvetica"/>
                        <a:ea typeface="Helvetica"/>
                        <a:cs typeface="Helvetica"/>
                        <a:sym typeface="Helvetica"/>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solidFill>
                      <a:prstDash val="solid"/>
                      <a:round/>
                      <a:headEnd len="sm" w="sm" type="none"/>
                      <a:tailEnd len="sm" w="sm" type="none"/>
                    </a:lnB>
                  </a:tcPr>
                </a:tc>
              </a:tr>
              <a:tr h="1831325">
                <a:tc>
                  <a:txBody>
                    <a:bodyPr/>
                    <a:lstStyle/>
                    <a:p>
                      <a:pPr indent="-102870" lvl="0" marL="137160" rtl="0" algn="l">
                        <a:lnSpc>
                          <a:spcPct val="90000"/>
                        </a:lnSpc>
                        <a:spcBef>
                          <a:spcPts val="0"/>
                        </a:spcBef>
                        <a:spcAft>
                          <a:spcPts val="0"/>
                        </a:spcAft>
                        <a:buSzPts val="900"/>
                        <a:buFont typeface="Helvetica"/>
                        <a:buChar char="●"/>
                      </a:pPr>
                      <a:r>
                        <a:rPr lang="en" sz="900">
                          <a:latin typeface="Helvetica"/>
                          <a:ea typeface="Helvetica"/>
                          <a:cs typeface="Helvetica"/>
                          <a:sym typeface="Helvetica"/>
                        </a:rPr>
                        <a:t>Co-create gated asset</a:t>
                      </a:r>
                      <a:endParaRPr sz="900">
                        <a:latin typeface="Helvetica"/>
                        <a:ea typeface="Helvetica"/>
                        <a:cs typeface="Helvetica"/>
                        <a:sym typeface="Helvetica"/>
                      </a:endParaRPr>
                    </a:p>
                    <a:p>
                      <a:pPr indent="-102870" lvl="0" marL="137160" rtl="0" algn="l">
                        <a:lnSpc>
                          <a:spcPct val="90000"/>
                        </a:lnSpc>
                        <a:spcBef>
                          <a:spcPts val="600"/>
                        </a:spcBef>
                        <a:spcAft>
                          <a:spcPts val="0"/>
                        </a:spcAft>
                        <a:buSzPts val="900"/>
                        <a:buFont typeface="Helvetica"/>
                        <a:buChar char="●"/>
                      </a:pPr>
                      <a:r>
                        <a:rPr lang="en" sz="900">
                          <a:latin typeface="Helvetica"/>
                          <a:ea typeface="Helvetica"/>
                          <a:cs typeface="Helvetica"/>
                          <a:sym typeface="Helvetica"/>
                        </a:rPr>
                        <a:t>Dedicated quarterly email promo </a:t>
                      </a:r>
                      <a:endParaRPr sz="900">
                        <a:latin typeface="Helvetica"/>
                        <a:ea typeface="Helvetica"/>
                        <a:cs typeface="Helvetica"/>
                        <a:sym typeface="Helvetica"/>
                      </a:endParaRPr>
                    </a:p>
                    <a:p>
                      <a:pPr indent="-102870" lvl="0" marL="137160" rtl="0" algn="l">
                        <a:lnSpc>
                          <a:spcPct val="90000"/>
                        </a:lnSpc>
                        <a:spcBef>
                          <a:spcPts val="600"/>
                        </a:spcBef>
                        <a:spcAft>
                          <a:spcPts val="0"/>
                        </a:spcAft>
                        <a:buSzPts val="900"/>
                        <a:buFont typeface="Helvetica"/>
                        <a:buChar char="●"/>
                      </a:pPr>
                      <a:r>
                        <a:rPr lang="en" sz="900">
                          <a:latin typeface="Helvetica"/>
                          <a:ea typeface="Helvetica"/>
                          <a:cs typeface="Helvetica"/>
                          <a:sym typeface="Helvetica"/>
                        </a:rPr>
                        <a:t>Guest blog</a:t>
                      </a:r>
                      <a:endParaRPr sz="900">
                        <a:latin typeface="Helvetica"/>
                        <a:ea typeface="Helvetica"/>
                        <a:cs typeface="Helvetica"/>
                        <a:sym typeface="Helvetica"/>
                      </a:endParaRPr>
                    </a:p>
                    <a:p>
                      <a:pPr indent="0" lvl="0" marL="0" rtl="0" algn="l">
                        <a:lnSpc>
                          <a:spcPct val="90000"/>
                        </a:lnSpc>
                        <a:spcBef>
                          <a:spcPts val="600"/>
                        </a:spcBef>
                        <a:spcAft>
                          <a:spcPts val="0"/>
                        </a:spcAft>
                        <a:buNone/>
                      </a:pPr>
                      <a:r>
                        <a:t/>
                      </a:r>
                      <a:endParaRPr sz="900">
                        <a:latin typeface="Helvetica"/>
                        <a:ea typeface="Helvetica"/>
                        <a:cs typeface="Helvetica"/>
                        <a:sym typeface="Helvetica"/>
                      </a:endParaRPr>
                    </a:p>
                    <a:p>
                      <a:pPr indent="-45720" lvl="0" marL="137160" rtl="0" algn="l">
                        <a:lnSpc>
                          <a:spcPct val="90000"/>
                        </a:lnSpc>
                        <a:spcBef>
                          <a:spcPts val="600"/>
                        </a:spcBef>
                        <a:spcAft>
                          <a:spcPts val="600"/>
                        </a:spcAft>
                        <a:buNone/>
                      </a:pPr>
                      <a:r>
                        <a:t/>
                      </a:r>
                      <a:endParaRPr sz="900">
                        <a:latin typeface="Helvetica"/>
                        <a:ea typeface="Helvetica"/>
                        <a:cs typeface="Helvetica"/>
                        <a:sym typeface="Helvetica"/>
                      </a:endParaRPr>
                    </a:p>
                  </a:txBody>
                  <a:tcPr marT="182875" marB="182875" marR="182875"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45720" lvl="0" marL="137160" rtl="0" algn="l">
                        <a:lnSpc>
                          <a:spcPct val="90000"/>
                        </a:lnSpc>
                        <a:spcBef>
                          <a:spcPts val="0"/>
                        </a:spcBef>
                        <a:spcAft>
                          <a:spcPts val="600"/>
                        </a:spcAft>
                        <a:buNone/>
                      </a:pPr>
                      <a:r>
                        <a:t/>
                      </a:r>
                      <a:endParaRPr sz="900">
                        <a:solidFill>
                          <a:srgbClr val="1E1919"/>
                        </a:solidFill>
                        <a:latin typeface="Helvetica"/>
                        <a:ea typeface="Helvetica"/>
                        <a:cs typeface="Helvetica"/>
                        <a:sym typeface="Helvetica"/>
                      </a:endParaRPr>
                    </a:p>
                  </a:txBody>
                  <a:tcPr marT="0" marB="0" marR="0"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102870" lvl="0" marL="137160" rtl="0" algn="l">
                        <a:lnSpc>
                          <a:spcPct val="90000"/>
                        </a:lnSpc>
                        <a:spcBef>
                          <a:spcPts val="0"/>
                        </a:spcBef>
                        <a:spcAft>
                          <a:spcPts val="0"/>
                        </a:spcAft>
                        <a:buClr>
                          <a:srgbClr val="1E1919"/>
                        </a:buClr>
                        <a:buSzPts val="900"/>
                        <a:buFont typeface="Helvetica"/>
                        <a:buChar char="●"/>
                      </a:pPr>
                      <a:r>
                        <a:rPr lang="en" sz="900">
                          <a:solidFill>
                            <a:srgbClr val="1E1919"/>
                          </a:solidFill>
                          <a:latin typeface="Helvetica"/>
                          <a:ea typeface="Helvetica"/>
                          <a:cs typeface="Helvetica"/>
                          <a:sym typeface="Helvetica"/>
                        </a:rPr>
                        <a:t>Quarterly social sharing</a:t>
                      </a:r>
                      <a:endParaRPr sz="900">
                        <a:solidFill>
                          <a:srgbClr val="1E1919"/>
                        </a:solidFill>
                        <a:latin typeface="Helvetica"/>
                        <a:ea typeface="Helvetica"/>
                        <a:cs typeface="Helvetica"/>
                        <a:sym typeface="Helvetica"/>
                      </a:endParaRPr>
                    </a:p>
                    <a:p>
                      <a:pPr indent="0" lvl="0" marL="0" rtl="0" algn="l">
                        <a:lnSpc>
                          <a:spcPct val="90000"/>
                        </a:lnSpc>
                        <a:spcBef>
                          <a:spcPts val="600"/>
                        </a:spcBef>
                        <a:spcAft>
                          <a:spcPts val="0"/>
                        </a:spcAft>
                        <a:buNone/>
                      </a:pPr>
                      <a:r>
                        <a:t/>
                      </a:r>
                      <a:endParaRPr sz="900">
                        <a:solidFill>
                          <a:srgbClr val="1E1919"/>
                        </a:solidFill>
                        <a:latin typeface="Helvetica"/>
                        <a:ea typeface="Helvetica"/>
                        <a:cs typeface="Helvetica"/>
                        <a:sym typeface="Helvetica"/>
                      </a:endParaRPr>
                    </a:p>
                    <a:p>
                      <a:pPr indent="0" lvl="0" marL="0" rtl="0" algn="l">
                        <a:lnSpc>
                          <a:spcPct val="90000"/>
                        </a:lnSpc>
                        <a:spcBef>
                          <a:spcPts val="600"/>
                        </a:spcBef>
                        <a:spcAft>
                          <a:spcPts val="600"/>
                        </a:spcAft>
                        <a:buNone/>
                      </a:pPr>
                      <a:r>
                        <a:t/>
                      </a:r>
                      <a:endParaRPr sz="900">
                        <a:solidFill>
                          <a:srgbClr val="1E1919"/>
                        </a:solidFill>
                        <a:latin typeface="Helvetica"/>
                        <a:ea typeface="Helvetica"/>
                        <a:cs typeface="Helvetica"/>
                        <a:sym typeface="Helvetica"/>
                      </a:endParaRPr>
                    </a:p>
                  </a:txBody>
                  <a:tcPr marT="182875" marB="182875" marR="182875"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45720" lvl="0" marL="137160" rtl="0" algn="l">
                        <a:lnSpc>
                          <a:spcPct val="90000"/>
                        </a:lnSpc>
                        <a:spcBef>
                          <a:spcPts val="0"/>
                        </a:spcBef>
                        <a:spcAft>
                          <a:spcPts val="600"/>
                        </a:spcAft>
                        <a:buNone/>
                      </a:pPr>
                      <a:r>
                        <a:t/>
                      </a:r>
                      <a:endParaRPr sz="900">
                        <a:solidFill>
                          <a:srgbClr val="1E1919"/>
                        </a:solidFill>
                        <a:latin typeface="Helvetica"/>
                        <a:ea typeface="Helvetica"/>
                        <a:cs typeface="Helvetica"/>
                        <a:sym typeface="Helvetica"/>
                      </a:endParaRPr>
                    </a:p>
                  </a:txBody>
                  <a:tcPr marT="0" marB="0" marR="0"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102870" lvl="0" marL="137160" rtl="0" algn="l">
                        <a:lnSpc>
                          <a:spcPct val="90000"/>
                        </a:lnSpc>
                        <a:spcBef>
                          <a:spcPts val="0"/>
                        </a:spcBef>
                        <a:spcAft>
                          <a:spcPts val="0"/>
                        </a:spcAft>
                        <a:buClr>
                          <a:srgbClr val="1E1919"/>
                        </a:buClr>
                        <a:buSzPts val="900"/>
                        <a:buFont typeface="Helvetica"/>
                        <a:buChar char="●"/>
                      </a:pPr>
                      <a:r>
                        <a:rPr lang="en" sz="900">
                          <a:solidFill>
                            <a:srgbClr val="1E1919"/>
                          </a:solidFill>
                          <a:latin typeface="Helvetica"/>
                          <a:ea typeface="Helvetica"/>
                          <a:cs typeface="Helvetica"/>
                          <a:sym typeface="Helvetica"/>
                        </a:rPr>
                        <a:t>75 new trials per quarter</a:t>
                      </a:r>
                      <a:endParaRPr sz="900">
                        <a:solidFill>
                          <a:srgbClr val="1E1919"/>
                        </a:solidFill>
                        <a:latin typeface="Helvetica"/>
                        <a:ea typeface="Helvetica"/>
                        <a:cs typeface="Helvetica"/>
                        <a:sym typeface="Helvetica"/>
                      </a:endParaRPr>
                    </a:p>
                    <a:p>
                      <a:pPr indent="0" lvl="0" marL="457200" rtl="0" algn="l">
                        <a:lnSpc>
                          <a:spcPct val="90000"/>
                        </a:lnSpc>
                        <a:spcBef>
                          <a:spcPts val="600"/>
                        </a:spcBef>
                        <a:spcAft>
                          <a:spcPts val="0"/>
                        </a:spcAft>
                        <a:buNone/>
                      </a:pPr>
                      <a:r>
                        <a:t/>
                      </a:r>
                      <a:endParaRPr sz="900">
                        <a:solidFill>
                          <a:srgbClr val="1E1919"/>
                        </a:solidFill>
                        <a:latin typeface="Helvetica"/>
                        <a:ea typeface="Helvetica"/>
                        <a:cs typeface="Helvetica"/>
                        <a:sym typeface="Helvetica"/>
                      </a:endParaRPr>
                    </a:p>
                    <a:p>
                      <a:pPr indent="0" lvl="0" marL="0" rtl="0" algn="l">
                        <a:lnSpc>
                          <a:spcPct val="90000"/>
                        </a:lnSpc>
                        <a:spcBef>
                          <a:spcPts val="600"/>
                        </a:spcBef>
                        <a:spcAft>
                          <a:spcPts val="600"/>
                        </a:spcAft>
                        <a:buNone/>
                      </a:pPr>
                      <a:r>
                        <a:t/>
                      </a:r>
                      <a:endParaRPr sz="900">
                        <a:solidFill>
                          <a:srgbClr val="1E1919"/>
                        </a:solidFill>
                        <a:latin typeface="Helvetica"/>
                        <a:ea typeface="Helvetica"/>
                        <a:cs typeface="Helvetica"/>
                        <a:sym typeface="Helvetica"/>
                      </a:endParaRPr>
                    </a:p>
                  </a:txBody>
                  <a:tcPr marT="182875" marB="182875" marR="182875"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45720" lvl="0" marL="137160" rtl="0" algn="l">
                        <a:lnSpc>
                          <a:spcPct val="90000"/>
                        </a:lnSpc>
                        <a:spcBef>
                          <a:spcPts val="0"/>
                        </a:spcBef>
                        <a:spcAft>
                          <a:spcPts val="600"/>
                        </a:spcAft>
                        <a:buNone/>
                      </a:pPr>
                      <a:r>
                        <a:t/>
                      </a:r>
                      <a:endParaRPr sz="900">
                        <a:solidFill>
                          <a:srgbClr val="1E1919"/>
                        </a:solidFill>
                        <a:latin typeface="Helvetica"/>
                        <a:ea typeface="Helvetica"/>
                        <a:cs typeface="Helvetica"/>
                        <a:sym typeface="Helvetica"/>
                      </a:endParaRPr>
                    </a:p>
                  </a:txBody>
                  <a:tcPr marT="0" marB="0" marR="0"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102870" lvl="0" marL="137160" rtl="0" algn="l">
                        <a:lnSpc>
                          <a:spcPct val="90000"/>
                        </a:lnSpc>
                        <a:spcBef>
                          <a:spcPts val="0"/>
                        </a:spcBef>
                        <a:spcAft>
                          <a:spcPts val="0"/>
                        </a:spcAft>
                        <a:buClr>
                          <a:srgbClr val="1E1919"/>
                        </a:buClr>
                        <a:buSzPts val="900"/>
                        <a:buFont typeface="Helvetica"/>
                        <a:buChar char="●"/>
                      </a:pPr>
                      <a:r>
                        <a:rPr lang="en" sz="900">
                          <a:solidFill>
                            <a:srgbClr val="1E1919"/>
                          </a:solidFill>
                          <a:latin typeface="Helvetica"/>
                          <a:ea typeface="Helvetica"/>
                          <a:cs typeface="Helvetica"/>
                          <a:sym typeface="Helvetica"/>
                        </a:rPr>
                        <a:t>Access to customer data</a:t>
                      </a:r>
                      <a:endParaRPr sz="900">
                        <a:solidFill>
                          <a:srgbClr val="1E1919"/>
                        </a:solidFill>
                        <a:latin typeface="Helvetica"/>
                        <a:ea typeface="Helvetica"/>
                        <a:cs typeface="Helvetica"/>
                        <a:sym typeface="Helvetica"/>
                      </a:endParaRPr>
                    </a:p>
                    <a:p>
                      <a:pPr indent="0" lvl="0" marL="457200" rtl="0" algn="l">
                        <a:lnSpc>
                          <a:spcPct val="90000"/>
                        </a:lnSpc>
                        <a:spcBef>
                          <a:spcPts val="600"/>
                        </a:spcBef>
                        <a:spcAft>
                          <a:spcPts val="0"/>
                        </a:spcAft>
                        <a:buNone/>
                      </a:pPr>
                      <a:r>
                        <a:t/>
                      </a:r>
                      <a:endParaRPr sz="900">
                        <a:solidFill>
                          <a:srgbClr val="1E1919"/>
                        </a:solidFill>
                        <a:latin typeface="Helvetica"/>
                        <a:ea typeface="Helvetica"/>
                        <a:cs typeface="Helvetica"/>
                        <a:sym typeface="Helvetica"/>
                      </a:endParaRPr>
                    </a:p>
                    <a:p>
                      <a:pPr indent="0" lvl="0" marL="0" rtl="0" algn="l">
                        <a:lnSpc>
                          <a:spcPct val="90000"/>
                        </a:lnSpc>
                        <a:spcBef>
                          <a:spcPts val="600"/>
                        </a:spcBef>
                        <a:spcAft>
                          <a:spcPts val="0"/>
                        </a:spcAft>
                        <a:buNone/>
                      </a:pPr>
                      <a:r>
                        <a:t/>
                      </a:r>
                      <a:endParaRPr sz="900">
                        <a:solidFill>
                          <a:srgbClr val="1E1919"/>
                        </a:solidFill>
                        <a:latin typeface="Helvetica"/>
                        <a:ea typeface="Helvetica"/>
                        <a:cs typeface="Helvetica"/>
                        <a:sym typeface="Helvetica"/>
                      </a:endParaRPr>
                    </a:p>
                    <a:p>
                      <a:pPr indent="0" lvl="0" marL="0" rtl="0" algn="l">
                        <a:lnSpc>
                          <a:spcPct val="90000"/>
                        </a:lnSpc>
                        <a:spcBef>
                          <a:spcPts val="600"/>
                        </a:spcBef>
                        <a:spcAft>
                          <a:spcPts val="600"/>
                        </a:spcAft>
                        <a:buNone/>
                      </a:pPr>
                      <a:r>
                        <a:t/>
                      </a:r>
                      <a:endParaRPr sz="900">
                        <a:solidFill>
                          <a:srgbClr val="1E1919"/>
                        </a:solidFill>
                        <a:latin typeface="Helvetica"/>
                        <a:ea typeface="Helvetica"/>
                        <a:cs typeface="Helvetica"/>
                        <a:sym typeface="Helvetica"/>
                      </a:endParaRPr>
                    </a:p>
                  </a:txBody>
                  <a:tcPr marT="182875" marB="182875" marR="182875" marL="822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r>
            </a:tbl>
          </a:graphicData>
        </a:graphic>
      </p:graphicFrame>
      <p:sp>
        <p:nvSpPr>
          <p:cNvPr id="210" name="Google Shape;210;p30"/>
          <p:cNvSpPr txBox="1"/>
          <p:nvPr/>
        </p:nvSpPr>
        <p:spPr>
          <a:xfrm>
            <a:off x="457200" y="3708425"/>
            <a:ext cx="8247600" cy="523200"/>
          </a:xfrm>
          <a:prstGeom prst="rect">
            <a:avLst/>
          </a:prstGeom>
          <a:solidFill>
            <a:srgbClr val="14C8EB"/>
          </a:solid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1100">
                <a:solidFill>
                  <a:srgbClr val="EEFEFB"/>
                </a:solidFill>
                <a:latin typeface="Helvetica"/>
                <a:ea typeface="Helvetica"/>
                <a:cs typeface="Helvetica"/>
                <a:sym typeface="Helvetica"/>
              </a:rPr>
              <a:t>Expl</a:t>
            </a:r>
            <a:r>
              <a:rPr lang="en" sz="1100">
                <a:solidFill>
                  <a:srgbClr val="EEFEFB"/>
                </a:solidFill>
                <a:latin typeface="Helvetica"/>
                <a:ea typeface="Helvetica"/>
                <a:cs typeface="Helvetica"/>
                <a:sym typeface="Helvetica"/>
              </a:rPr>
              <a:t>ain the contributions and responsibilities of each partner, including what each team will own regarding content collaboration, promotions, and shared customer data. If relevant, include how intellectual property, methods, and processes will be shared.</a:t>
            </a:r>
            <a:endParaRPr sz="1100">
              <a:solidFill>
                <a:srgbClr val="EEFEFB"/>
              </a:solidFill>
              <a:latin typeface="Helvetica"/>
              <a:ea typeface="Helvetica"/>
              <a:cs typeface="Helvetica"/>
              <a:sym typeface="Helvetica"/>
            </a:endParaRPr>
          </a:p>
        </p:txBody>
      </p:sp>
      <p:sp>
        <p:nvSpPr>
          <p:cNvPr id="211" name="Google Shape;211;p30"/>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grpSp>
        <p:nvGrpSpPr>
          <p:cNvPr id="212" name="Google Shape;212;p30"/>
          <p:cNvGrpSpPr/>
          <p:nvPr/>
        </p:nvGrpSpPr>
        <p:grpSpPr>
          <a:xfrm>
            <a:off x="457200" y="4461450"/>
            <a:ext cx="919500" cy="314400"/>
            <a:chOff x="457200" y="4461450"/>
            <a:chExt cx="919500" cy="314400"/>
          </a:xfrm>
        </p:grpSpPr>
        <p:sp>
          <p:nvSpPr>
            <p:cNvPr id="213" name="Google Shape;213;p30"/>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0"/>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
        <p:nvSpPr>
          <p:cNvPr id="215" name="Google Shape;215;p30"/>
          <p:cNvSpPr txBox="1"/>
          <p:nvPr/>
        </p:nvSpPr>
        <p:spPr>
          <a:xfrm>
            <a:off x="417250" y="328450"/>
            <a:ext cx="6767700" cy="450300"/>
          </a:xfrm>
          <a:prstGeom prst="rect">
            <a:avLst/>
          </a:prstGeom>
          <a:noFill/>
          <a:ln>
            <a:noFill/>
          </a:ln>
        </p:spPr>
        <p:txBody>
          <a:bodyPr anchorCtr="0" anchor="t" bIns="17125" lIns="34275" spcFirstLastPara="1" rIns="34275" wrap="square" tIns="17125">
            <a:spAutoFit/>
          </a:bodyPr>
          <a:lstStyle/>
          <a:p>
            <a:pPr indent="0" lvl="0" marL="0" rtl="0" algn="l">
              <a:lnSpc>
                <a:spcPct val="90000"/>
              </a:lnSpc>
              <a:spcBef>
                <a:spcPts val="0"/>
              </a:spcBef>
              <a:spcAft>
                <a:spcPts val="0"/>
              </a:spcAft>
              <a:buNone/>
            </a:pPr>
            <a:r>
              <a:rPr b="1" lang="en" sz="3000">
                <a:solidFill>
                  <a:schemeClr val="dk1"/>
                </a:solidFill>
                <a:latin typeface="Helvetica"/>
                <a:ea typeface="Helvetica"/>
                <a:cs typeface="Helvetica"/>
                <a:sym typeface="Helvetica"/>
              </a:rPr>
              <a:t>Contributions &amp; Responsibilities</a:t>
            </a:r>
            <a:endParaRPr b="1" sz="3000">
              <a:solidFill>
                <a:schemeClr val="dk1"/>
              </a:solidFill>
              <a:latin typeface="Helvetica"/>
              <a:ea typeface="Helvetica"/>
              <a:cs typeface="Helvetica"/>
              <a:sym typeface="Helvetic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31"/>
          <p:cNvSpPr txBox="1"/>
          <p:nvPr>
            <p:ph idx="4294967295" type="subTitle"/>
          </p:nvPr>
        </p:nvSpPr>
        <p:spPr>
          <a:xfrm>
            <a:off x="478700" y="2686027"/>
            <a:ext cx="1958100" cy="204000"/>
          </a:xfrm>
          <a:prstGeom prst="rect">
            <a:avLst/>
          </a:prstGeom>
        </p:spPr>
        <p:txBody>
          <a:bodyPr anchorCtr="0" anchor="t" bIns="0" lIns="0" spcFirstLastPara="1" rIns="0" wrap="square" tIns="0">
            <a:normAutofit/>
          </a:bodyPr>
          <a:lstStyle/>
          <a:p>
            <a:pPr indent="0" lvl="0" marL="0" rtl="0" algn="l">
              <a:lnSpc>
                <a:spcPct val="90000"/>
              </a:lnSpc>
              <a:spcBef>
                <a:spcPts val="0"/>
              </a:spcBef>
              <a:spcAft>
                <a:spcPts val="1200"/>
              </a:spcAft>
              <a:buNone/>
            </a:pPr>
            <a:r>
              <a:rPr b="1" lang="en" sz="1200">
                <a:solidFill>
                  <a:srgbClr val="1E1919"/>
                </a:solidFill>
                <a:latin typeface="Helvetica"/>
                <a:ea typeface="Helvetica"/>
                <a:cs typeface="Helvetica"/>
                <a:sym typeface="Helvetica"/>
              </a:rPr>
              <a:t>[Company Name]</a:t>
            </a:r>
            <a:endParaRPr b="1" sz="1200">
              <a:solidFill>
                <a:srgbClr val="1E1919"/>
              </a:solidFill>
              <a:latin typeface="Helvetica"/>
              <a:ea typeface="Helvetica"/>
              <a:cs typeface="Helvetica"/>
              <a:sym typeface="Helvetica"/>
            </a:endParaRPr>
          </a:p>
        </p:txBody>
      </p:sp>
      <p:sp>
        <p:nvSpPr>
          <p:cNvPr id="222" name="Google Shape;222;p31"/>
          <p:cNvSpPr txBox="1"/>
          <p:nvPr>
            <p:ph idx="4294967295" type="subTitle"/>
          </p:nvPr>
        </p:nvSpPr>
        <p:spPr>
          <a:xfrm>
            <a:off x="3449075" y="2686028"/>
            <a:ext cx="2139300" cy="204000"/>
          </a:xfrm>
          <a:prstGeom prst="rect">
            <a:avLst/>
          </a:prstGeom>
        </p:spPr>
        <p:txBody>
          <a:bodyPr anchorCtr="0" anchor="t" bIns="0" lIns="0" spcFirstLastPara="1" rIns="0" wrap="square" tIns="0">
            <a:normAutofit/>
          </a:bodyPr>
          <a:lstStyle/>
          <a:p>
            <a:pPr indent="0" lvl="0" marL="0" rtl="0" algn="l">
              <a:lnSpc>
                <a:spcPct val="90000"/>
              </a:lnSpc>
              <a:spcBef>
                <a:spcPts val="0"/>
              </a:spcBef>
              <a:spcAft>
                <a:spcPts val="1200"/>
              </a:spcAft>
              <a:buNone/>
            </a:pPr>
            <a:r>
              <a:rPr b="1" lang="en" sz="1200">
                <a:solidFill>
                  <a:srgbClr val="1E1919"/>
                </a:solidFill>
                <a:latin typeface="Helvetica"/>
                <a:ea typeface="Helvetica"/>
                <a:cs typeface="Helvetica"/>
                <a:sym typeface="Helvetica"/>
              </a:rPr>
              <a:t>[Company Name]</a:t>
            </a:r>
            <a:endParaRPr b="1" sz="1200">
              <a:solidFill>
                <a:srgbClr val="1E1919"/>
              </a:solidFill>
              <a:latin typeface="Helvetica"/>
              <a:ea typeface="Helvetica"/>
              <a:cs typeface="Helvetica"/>
              <a:sym typeface="Helvetica"/>
            </a:endParaRPr>
          </a:p>
        </p:txBody>
      </p:sp>
      <p:sp>
        <p:nvSpPr>
          <p:cNvPr id="223" name="Google Shape;223;p31"/>
          <p:cNvSpPr txBox="1"/>
          <p:nvPr>
            <p:ph idx="4294967295" type="subTitle"/>
          </p:nvPr>
        </p:nvSpPr>
        <p:spPr>
          <a:xfrm>
            <a:off x="6412675" y="2686027"/>
            <a:ext cx="1479900" cy="204000"/>
          </a:xfrm>
          <a:prstGeom prst="rect">
            <a:avLst/>
          </a:prstGeom>
        </p:spPr>
        <p:txBody>
          <a:bodyPr anchorCtr="0" anchor="t" bIns="0" lIns="0" spcFirstLastPara="1" rIns="0" wrap="square" tIns="0">
            <a:normAutofit/>
          </a:bodyPr>
          <a:lstStyle/>
          <a:p>
            <a:pPr indent="0" lvl="0" marL="0" rtl="0" algn="l">
              <a:lnSpc>
                <a:spcPct val="90000"/>
              </a:lnSpc>
              <a:spcBef>
                <a:spcPts val="0"/>
              </a:spcBef>
              <a:spcAft>
                <a:spcPts val="1200"/>
              </a:spcAft>
              <a:buNone/>
            </a:pPr>
            <a:r>
              <a:rPr b="1" lang="en" sz="1200">
                <a:solidFill>
                  <a:srgbClr val="1E1919"/>
                </a:solidFill>
                <a:latin typeface="Helvetica"/>
                <a:ea typeface="Helvetica"/>
                <a:cs typeface="Helvetica"/>
                <a:sym typeface="Helvetica"/>
              </a:rPr>
              <a:t>[Company Name]</a:t>
            </a:r>
            <a:endParaRPr b="1" sz="1200">
              <a:solidFill>
                <a:srgbClr val="1E1919"/>
              </a:solidFill>
              <a:latin typeface="Helvetica"/>
              <a:ea typeface="Helvetica"/>
              <a:cs typeface="Helvetica"/>
              <a:sym typeface="Helvetica"/>
            </a:endParaRPr>
          </a:p>
        </p:txBody>
      </p:sp>
      <p:pic>
        <p:nvPicPr>
          <p:cNvPr id="224" name="Google Shape;224;p31"/>
          <p:cNvPicPr preferRelativeResize="0"/>
          <p:nvPr/>
        </p:nvPicPr>
        <p:blipFill rotWithShape="1">
          <a:blip r:embed="rId3">
            <a:alphaModFix/>
          </a:blip>
          <a:srcRect b="0" l="0" r="0" t="0"/>
          <a:stretch/>
        </p:blipFill>
        <p:spPr>
          <a:xfrm>
            <a:off x="18568991" y="5104404"/>
            <a:ext cx="4809744" cy="2721303"/>
          </a:xfrm>
          <a:prstGeom prst="rect">
            <a:avLst/>
          </a:prstGeom>
          <a:noFill/>
          <a:ln>
            <a:noFill/>
          </a:ln>
        </p:spPr>
      </p:pic>
      <p:cxnSp>
        <p:nvCxnSpPr>
          <p:cNvPr id="225" name="Google Shape;225;p31"/>
          <p:cNvCxnSpPr/>
          <p:nvPr/>
        </p:nvCxnSpPr>
        <p:spPr>
          <a:xfrm>
            <a:off x="478700" y="2995775"/>
            <a:ext cx="1685700" cy="0"/>
          </a:xfrm>
          <a:prstGeom prst="straightConnector1">
            <a:avLst/>
          </a:prstGeom>
          <a:noFill/>
          <a:ln cap="flat" cmpd="sng" w="28575">
            <a:solidFill>
              <a:srgbClr val="1E1919"/>
            </a:solidFill>
            <a:prstDash val="solid"/>
            <a:round/>
            <a:headEnd len="med" w="med" type="none"/>
            <a:tailEnd len="med" w="med" type="none"/>
          </a:ln>
        </p:spPr>
      </p:cxnSp>
      <p:cxnSp>
        <p:nvCxnSpPr>
          <p:cNvPr id="226" name="Google Shape;226;p31"/>
          <p:cNvCxnSpPr/>
          <p:nvPr/>
        </p:nvCxnSpPr>
        <p:spPr>
          <a:xfrm>
            <a:off x="3449083" y="2995780"/>
            <a:ext cx="1640400" cy="0"/>
          </a:xfrm>
          <a:prstGeom prst="straightConnector1">
            <a:avLst/>
          </a:prstGeom>
          <a:noFill/>
          <a:ln cap="flat" cmpd="sng" w="28575">
            <a:solidFill>
              <a:srgbClr val="1E1919"/>
            </a:solidFill>
            <a:prstDash val="solid"/>
            <a:round/>
            <a:headEnd len="med" w="med" type="none"/>
            <a:tailEnd len="med" w="med" type="none"/>
          </a:ln>
        </p:spPr>
      </p:cxnSp>
      <p:cxnSp>
        <p:nvCxnSpPr>
          <p:cNvPr id="227" name="Google Shape;227;p31"/>
          <p:cNvCxnSpPr/>
          <p:nvPr/>
        </p:nvCxnSpPr>
        <p:spPr>
          <a:xfrm>
            <a:off x="6412675" y="2995775"/>
            <a:ext cx="1622700" cy="0"/>
          </a:xfrm>
          <a:prstGeom prst="straightConnector1">
            <a:avLst/>
          </a:prstGeom>
          <a:noFill/>
          <a:ln cap="flat" cmpd="sng" w="28575">
            <a:solidFill>
              <a:srgbClr val="1E1919"/>
            </a:solidFill>
            <a:prstDash val="solid"/>
            <a:round/>
            <a:headEnd len="med" w="med" type="none"/>
            <a:tailEnd len="med" w="med" type="none"/>
          </a:ln>
        </p:spPr>
      </p:cxnSp>
      <p:sp>
        <p:nvSpPr>
          <p:cNvPr id="228" name="Google Shape;228;p31"/>
          <p:cNvSpPr txBox="1"/>
          <p:nvPr/>
        </p:nvSpPr>
        <p:spPr>
          <a:xfrm>
            <a:off x="448687" y="3143025"/>
            <a:ext cx="2442600" cy="2040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SzPts val="1100"/>
              <a:buNone/>
            </a:pPr>
            <a:r>
              <a:rPr lang="en" sz="1100">
                <a:solidFill>
                  <a:srgbClr val="1E1919"/>
                </a:solidFill>
                <a:latin typeface="Helvetica"/>
                <a:ea typeface="Helvetica"/>
                <a:cs typeface="Helvetica"/>
                <a:sym typeface="Helvetica"/>
              </a:rPr>
              <a:t>Share prior partner success stories. </a:t>
            </a:r>
            <a:endParaRPr sz="1100">
              <a:solidFill>
                <a:srgbClr val="1E1919"/>
              </a:solidFill>
            </a:endParaRPr>
          </a:p>
        </p:txBody>
      </p:sp>
      <p:sp>
        <p:nvSpPr>
          <p:cNvPr id="229" name="Google Shape;229;p31"/>
          <p:cNvSpPr txBox="1"/>
          <p:nvPr/>
        </p:nvSpPr>
        <p:spPr>
          <a:xfrm>
            <a:off x="3414412" y="3143025"/>
            <a:ext cx="2568300" cy="3732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SzPts val="1100"/>
              <a:buNone/>
            </a:pPr>
            <a:r>
              <a:rPr lang="en" sz="1100">
                <a:solidFill>
                  <a:srgbClr val="1E1919"/>
                </a:solidFill>
                <a:latin typeface="Helvetica"/>
                <a:ea typeface="Helvetica"/>
                <a:cs typeface="Helvetica"/>
                <a:sym typeface="Helvetica"/>
              </a:rPr>
              <a:t>Add some context into what makes a great partnership.</a:t>
            </a:r>
            <a:endParaRPr sz="1100">
              <a:solidFill>
                <a:srgbClr val="1E1919"/>
              </a:solidFill>
            </a:endParaRPr>
          </a:p>
        </p:txBody>
      </p:sp>
      <p:sp>
        <p:nvSpPr>
          <p:cNvPr id="230" name="Google Shape;230;p31"/>
          <p:cNvSpPr txBox="1"/>
          <p:nvPr/>
        </p:nvSpPr>
        <p:spPr>
          <a:xfrm>
            <a:off x="6380137" y="3143025"/>
            <a:ext cx="2442600" cy="373200"/>
          </a:xfrm>
          <a:prstGeom prst="rect">
            <a:avLst/>
          </a:prstGeom>
          <a:noFill/>
          <a:ln>
            <a:noFill/>
          </a:ln>
        </p:spPr>
        <p:txBody>
          <a:bodyPr anchorCtr="0" anchor="t" bIns="17125" lIns="34275" spcFirstLastPara="1" rIns="34275" wrap="square" tIns="17125">
            <a:spAutoFit/>
          </a:bodyPr>
          <a:lstStyle/>
          <a:p>
            <a:pPr indent="0" lvl="0" marL="0" rtl="0" algn="l">
              <a:spcBef>
                <a:spcPts val="0"/>
              </a:spcBef>
              <a:spcAft>
                <a:spcPts val="0"/>
              </a:spcAft>
              <a:buSzPts val="1100"/>
              <a:buNone/>
            </a:pPr>
            <a:r>
              <a:rPr lang="en" sz="1100">
                <a:solidFill>
                  <a:srgbClr val="1E1919"/>
                </a:solidFill>
                <a:latin typeface="Helvetica"/>
                <a:ea typeface="Helvetica"/>
                <a:cs typeface="Helvetica"/>
                <a:sym typeface="Helvetica"/>
              </a:rPr>
              <a:t>Highlight specific results past and/or current partners have achieved. </a:t>
            </a:r>
            <a:endParaRPr sz="1100">
              <a:solidFill>
                <a:srgbClr val="1E1919"/>
              </a:solidFill>
            </a:endParaRPr>
          </a:p>
        </p:txBody>
      </p:sp>
      <p:sp>
        <p:nvSpPr>
          <p:cNvPr id="231" name="Google Shape;231;p31"/>
          <p:cNvSpPr/>
          <p:nvPr/>
        </p:nvSpPr>
        <p:spPr>
          <a:xfrm>
            <a:off x="467125" y="1565500"/>
            <a:ext cx="897600" cy="8484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1"/>
          <p:cNvSpPr txBox="1"/>
          <p:nvPr/>
        </p:nvSpPr>
        <p:spPr>
          <a:xfrm>
            <a:off x="493825" y="1819613"/>
            <a:ext cx="844200" cy="3846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999999"/>
                </a:solidFill>
                <a:latin typeface="Helvetica Neue"/>
                <a:ea typeface="Helvetica Neue"/>
                <a:cs typeface="Helvetica Neue"/>
                <a:sym typeface="Helvetica Neue"/>
              </a:rPr>
              <a:t>Add partner logo</a:t>
            </a:r>
            <a:endParaRPr sz="1100">
              <a:solidFill>
                <a:srgbClr val="999999"/>
              </a:solidFill>
              <a:latin typeface="Helvetica Neue"/>
              <a:ea typeface="Helvetica Neue"/>
              <a:cs typeface="Helvetica Neue"/>
              <a:sym typeface="Helvetica Neue"/>
            </a:endParaRPr>
          </a:p>
        </p:txBody>
      </p:sp>
      <p:sp>
        <p:nvSpPr>
          <p:cNvPr id="233" name="Google Shape;233;p31"/>
          <p:cNvSpPr/>
          <p:nvPr/>
        </p:nvSpPr>
        <p:spPr>
          <a:xfrm>
            <a:off x="3439900" y="1546175"/>
            <a:ext cx="897600" cy="8484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1"/>
          <p:cNvSpPr/>
          <p:nvPr/>
        </p:nvSpPr>
        <p:spPr>
          <a:xfrm>
            <a:off x="6419450" y="1546162"/>
            <a:ext cx="897600" cy="8484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1"/>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sp>
        <p:nvSpPr>
          <p:cNvPr id="237" name="Google Shape;237;p31"/>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sp>
        <p:nvSpPr>
          <p:cNvPr id="238" name="Google Shape;238;p31"/>
          <p:cNvSpPr txBox="1"/>
          <p:nvPr/>
        </p:nvSpPr>
        <p:spPr>
          <a:xfrm>
            <a:off x="3469988" y="1819600"/>
            <a:ext cx="844200" cy="3846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999999"/>
                </a:solidFill>
                <a:latin typeface="Helvetica Neue"/>
                <a:ea typeface="Helvetica Neue"/>
                <a:cs typeface="Helvetica Neue"/>
                <a:sym typeface="Helvetica Neue"/>
              </a:rPr>
              <a:t>Add partner logo</a:t>
            </a:r>
            <a:endParaRPr sz="1100">
              <a:solidFill>
                <a:srgbClr val="999999"/>
              </a:solidFill>
              <a:latin typeface="Helvetica Neue"/>
              <a:ea typeface="Helvetica Neue"/>
              <a:cs typeface="Helvetica Neue"/>
              <a:sym typeface="Helvetica Neue"/>
            </a:endParaRPr>
          </a:p>
        </p:txBody>
      </p:sp>
      <p:sp>
        <p:nvSpPr>
          <p:cNvPr id="239" name="Google Shape;239;p31"/>
          <p:cNvSpPr txBox="1"/>
          <p:nvPr/>
        </p:nvSpPr>
        <p:spPr>
          <a:xfrm>
            <a:off x="6446175" y="1819600"/>
            <a:ext cx="844200" cy="3846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999999"/>
                </a:solidFill>
                <a:latin typeface="Helvetica Neue"/>
                <a:ea typeface="Helvetica Neue"/>
                <a:cs typeface="Helvetica Neue"/>
                <a:sym typeface="Helvetica Neue"/>
              </a:rPr>
              <a:t>Add partner logo</a:t>
            </a:r>
            <a:endParaRPr sz="1100">
              <a:solidFill>
                <a:srgbClr val="999999"/>
              </a:solidFill>
              <a:latin typeface="Helvetica Neue"/>
              <a:ea typeface="Helvetica Neue"/>
              <a:cs typeface="Helvetica Neue"/>
              <a:sym typeface="Helvetica Neue"/>
            </a:endParaRPr>
          </a:p>
        </p:txBody>
      </p:sp>
      <p:sp>
        <p:nvSpPr>
          <p:cNvPr id="240" name="Google Shape;240;p31"/>
          <p:cNvSpPr txBox="1"/>
          <p:nvPr/>
        </p:nvSpPr>
        <p:spPr>
          <a:xfrm>
            <a:off x="417250" y="328450"/>
            <a:ext cx="6767700" cy="450300"/>
          </a:xfrm>
          <a:prstGeom prst="rect">
            <a:avLst/>
          </a:prstGeom>
          <a:noFill/>
          <a:ln>
            <a:noFill/>
          </a:ln>
        </p:spPr>
        <p:txBody>
          <a:bodyPr anchorCtr="0" anchor="t" bIns="17125" lIns="34275" spcFirstLastPara="1" rIns="34275" wrap="square" tIns="17125">
            <a:spAutoFit/>
          </a:bodyPr>
          <a:lstStyle/>
          <a:p>
            <a:pPr indent="0" lvl="0" marL="0" rtl="0" algn="l">
              <a:lnSpc>
                <a:spcPct val="90000"/>
              </a:lnSpc>
              <a:spcBef>
                <a:spcPts val="0"/>
              </a:spcBef>
              <a:spcAft>
                <a:spcPts val="0"/>
              </a:spcAft>
              <a:buNone/>
            </a:pPr>
            <a:r>
              <a:rPr b="1" lang="en" sz="3000">
                <a:solidFill>
                  <a:schemeClr val="dk1"/>
                </a:solidFill>
                <a:latin typeface="Helvetica"/>
                <a:ea typeface="Helvetica"/>
                <a:cs typeface="Helvetica"/>
                <a:sym typeface="Helvetica"/>
              </a:rPr>
              <a:t>Successful Partnerships</a:t>
            </a:r>
            <a:endParaRPr b="1" sz="3000">
              <a:solidFill>
                <a:schemeClr val="dk1"/>
              </a:solidFill>
              <a:latin typeface="Helvetica"/>
              <a:ea typeface="Helvetica"/>
              <a:cs typeface="Helvetica"/>
              <a:sym typeface="Helvetic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32"/>
          <p:cNvSpPr txBox="1"/>
          <p:nvPr/>
        </p:nvSpPr>
        <p:spPr>
          <a:xfrm>
            <a:off x="407200" y="328450"/>
            <a:ext cx="6767700" cy="450300"/>
          </a:xfrm>
          <a:prstGeom prst="rect">
            <a:avLst/>
          </a:prstGeom>
          <a:noFill/>
          <a:ln>
            <a:noFill/>
          </a:ln>
        </p:spPr>
        <p:txBody>
          <a:bodyPr anchorCtr="0" anchor="t" bIns="17125" lIns="34275" spcFirstLastPara="1" rIns="34275" wrap="square" tIns="17125">
            <a:spAutoFit/>
          </a:bodyPr>
          <a:lstStyle/>
          <a:p>
            <a:pPr indent="0" lvl="0" marL="0" marR="0" rtl="0" algn="l">
              <a:lnSpc>
                <a:spcPct val="90000"/>
              </a:lnSpc>
              <a:spcBef>
                <a:spcPts val="0"/>
              </a:spcBef>
              <a:spcAft>
                <a:spcPts val="0"/>
              </a:spcAft>
              <a:buNone/>
            </a:pPr>
            <a:r>
              <a:rPr b="1" lang="en" sz="3000">
                <a:solidFill>
                  <a:schemeClr val="dk1"/>
                </a:solidFill>
                <a:latin typeface="Helvetica"/>
                <a:ea typeface="Helvetica"/>
                <a:cs typeface="Helvetica"/>
                <a:sym typeface="Helvetica"/>
              </a:rPr>
              <a:t>Frequently Asked Questions</a:t>
            </a:r>
            <a:endParaRPr sz="1800">
              <a:solidFill>
                <a:schemeClr val="dk1"/>
              </a:solidFill>
              <a:latin typeface="Helvetica"/>
              <a:ea typeface="Helvetica"/>
              <a:cs typeface="Helvetica"/>
              <a:sym typeface="Helvetica"/>
            </a:endParaRPr>
          </a:p>
        </p:txBody>
      </p:sp>
      <p:sp>
        <p:nvSpPr>
          <p:cNvPr id="246" name="Google Shape;246;p32"/>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2"/>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sp>
        <p:nvSpPr>
          <p:cNvPr id="248" name="Google Shape;248;p32"/>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sp>
        <p:nvSpPr>
          <p:cNvPr id="249" name="Google Shape;249;p32"/>
          <p:cNvSpPr txBox="1"/>
          <p:nvPr/>
        </p:nvSpPr>
        <p:spPr>
          <a:xfrm>
            <a:off x="234550" y="1028050"/>
            <a:ext cx="7791600" cy="29304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1E1919"/>
              </a:buClr>
              <a:buSzPts val="1300"/>
              <a:buFont typeface="Helvetica Neue"/>
              <a:buChar char="●"/>
            </a:pPr>
            <a:r>
              <a:rPr lang="en" sz="1700">
                <a:solidFill>
                  <a:srgbClr val="1E1919"/>
                </a:solidFill>
                <a:latin typeface="Helvetica"/>
                <a:ea typeface="Helvetica"/>
                <a:cs typeface="Helvetica"/>
                <a:sym typeface="Helvetica"/>
              </a:rPr>
              <a:t>What does the partnership timeframe look like at your company? </a:t>
            </a:r>
            <a:endParaRPr sz="1700">
              <a:solidFill>
                <a:srgbClr val="1E1919"/>
              </a:solidFill>
              <a:latin typeface="Helvetica"/>
              <a:ea typeface="Helvetica"/>
              <a:cs typeface="Helvetica"/>
              <a:sym typeface="Helvetica"/>
            </a:endParaRPr>
          </a:p>
          <a:p>
            <a:pPr indent="-311150" lvl="0" marL="457200" rtl="0" algn="l">
              <a:spcBef>
                <a:spcPts val="1800"/>
              </a:spcBef>
              <a:spcAft>
                <a:spcPts val="0"/>
              </a:spcAft>
              <a:buClr>
                <a:srgbClr val="1E1919"/>
              </a:buClr>
              <a:buSzPts val="1300"/>
              <a:buFont typeface="Helvetica Neue"/>
              <a:buChar char="●"/>
            </a:pPr>
            <a:r>
              <a:rPr lang="en" sz="1700">
                <a:solidFill>
                  <a:srgbClr val="1E1919"/>
                </a:solidFill>
                <a:latin typeface="Helvetica"/>
                <a:ea typeface="Helvetica"/>
                <a:cs typeface="Helvetica"/>
                <a:sym typeface="Helvetica"/>
              </a:rPr>
              <a:t>Who on your team will we be working with on this partnership? </a:t>
            </a:r>
            <a:endParaRPr sz="1700">
              <a:solidFill>
                <a:srgbClr val="1E1919"/>
              </a:solidFill>
              <a:latin typeface="Helvetica"/>
              <a:ea typeface="Helvetica"/>
              <a:cs typeface="Helvetica"/>
              <a:sym typeface="Helvetica"/>
            </a:endParaRPr>
          </a:p>
          <a:p>
            <a:pPr indent="-311150" lvl="0" marL="457200" rtl="0" algn="l">
              <a:spcBef>
                <a:spcPts val="1800"/>
              </a:spcBef>
              <a:spcAft>
                <a:spcPts val="0"/>
              </a:spcAft>
              <a:buClr>
                <a:srgbClr val="1E1919"/>
              </a:buClr>
              <a:buSzPts val="1300"/>
              <a:buFont typeface="Helvetica Neue"/>
              <a:buChar char="●"/>
            </a:pPr>
            <a:r>
              <a:rPr lang="en" sz="1700">
                <a:solidFill>
                  <a:srgbClr val="1E1919"/>
                </a:solidFill>
                <a:latin typeface="Helvetica"/>
                <a:ea typeface="Helvetica"/>
                <a:cs typeface="Helvetica"/>
                <a:sym typeface="Helvetica"/>
              </a:rPr>
              <a:t>How do you measure impact and shared value?</a:t>
            </a:r>
            <a:endParaRPr sz="1700">
              <a:solidFill>
                <a:srgbClr val="595959"/>
              </a:solidFill>
              <a:latin typeface="Helvetica"/>
              <a:ea typeface="Helvetica"/>
              <a:cs typeface="Helvetica"/>
              <a:sym typeface="Helvetica"/>
            </a:endParaRPr>
          </a:p>
          <a:p>
            <a:pPr indent="-311150" lvl="0" marL="457200" rtl="0" algn="l">
              <a:spcBef>
                <a:spcPts val="1800"/>
              </a:spcBef>
              <a:spcAft>
                <a:spcPts val="1800"/>
              </a:spcAft>
              <a:buClr>
                <a:srgbClr val="1E1919"/>
              </a:buClr>
              <a:buSzPts val="1300"/>
              <a:buFont typeface="Helvetica Neue"/>
              <a:buChar char="●"/>
            </a:pPr>
            <a:r>
              <a:rPr lang="en" sz="1700">
                <a:solidFill>
                  <a:srgbClr val="1E1919"/>
                </a:solidFill>
                <a:latin typeface="Helvetica"/>
                <a:ea typeface="Helvetica"/>
                <a:cs typeface="Helvetica"/>
                <a:sym typeface="Helvetica"/>
              </a:rPr>
              <a:t>How do you see us dividing ownership?</a:t>
            </a:r>
            <a:endParaRPr sz="1700">
              <a:solidFill>
                <a:srgbClr val="1E1919"/>
              </a:solidFill>
              <a:latin typeface="Helvetica"/>
              <a:ea typeface="Helvetica"/>
              <a:cs typeface="Helvetica"/>
              <a:sym typeface="Helvetic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graphicFrame>
        <p:nvGraphicFramePr>
          <p:cNvPr id="254" name="Google Shape;254;p33"/>
          <p:cNvGraphicFramePr/>
          <p:nvPr/>
        </p:nvGraphicFramePr>
        <p:xfrm>
          <a:off x="450691" y="990612"/>
          <a:ext cx="3000000" cy="3000000"/>
        </p:xfrm>
        <a:graphic>
          <a:graphicData uri="http://schemas.openxmlformats.org/drawingml/2006/table">
            <a:tbl>
              <a:tblPr>
                <a:noFill/>
                <a:tableStyleId>{B4938CE6-A6D9-42AA-A405-5641AD2FC792}</a:tableStyleId>
              </a:tblPr>
              <a:tblGrid>
                <a:gridCol w="3606450"/>
                <a:gridCol w="467125"/>
                <a:gridCol w="4057975"/>
              </a:tblGrid>
              <a:tr h="384375">
                <a:tc>
                  <a:txBody>
                    <a:bodyPr/>
                    <a:lstStyle/>
                    <a:p>
                      <a:pPr indent="0" lvl="0" marL="0" rtl="0" algn="l">
                        <a:spcBef>
                          <a:spcPts val="0"/>
                        </a:spcBef>
                        <a:spcAft>
                          <a:spcPts val="0"/>
                        </a:spcAft>
                        <a:buClr>
                          <a:schemeClr val="dk1"/>
                        </a:buClr>
                        <a:buSzPts val="1100"/>
                        <a:buFont typeface="Arial"/>
                        <a:buNone/>
                      </a:pPr>
                      <a:r>
                        <a:rPr b="1" lang="en">
                          <a:latin typeface="Helvetica"/>
                          <a:ea typeface="Helvetica"/>
                          <a:cs typeface="Helvetica"/>
                          <a:sym typeface="Helvetica"/>
                        </a:rPr>
                        <a:t>Potential Liabilities</a:t>
                      </a:r>
                      <a:endParaRPr/>
                    </a:p>
                  </a:txBody>
                  <a:tcPr marT="91425" marB="91425" marR="91425" marL="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b="1">
                        <a:solidFill>
                          <a:srgbClr val="F7F5F2"/>
                        </a:solidFill>
                        <a:latin typeface="Helvetica"/>
                        <a:ea typeface="Helvetica"/>
                        <a:cs typeface="Helvetica"/>
                        <a:sym typeface="Helvetica"/>
                      </a:endParaRPr>
                    </a:p>
                  </a:txBody>
                  <a:tcPr marT="0" marB="0" marR="0" marL="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latin typeface="Helvetica"/>
                          <a:ea typeface="Helvetica"/>
                          <a:cs typeface="Helvetica"/>
                          <a:sym typeface="Helvetica"/>
                        </a:rPr>
                        <a:t>Revenue / Profit Sharing</a:t>
                      </a:r>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28575">
                      <a:solidFill>
                        <a:srgbClr val="000000"/>
                      </a:solidFill>
                      <a:prstDash val="solid"/>
                      <a:round/>
                      <a:headEnd len="sm" w="sm" type="none"/>
                      <a:tailEnd len="sm" w="sm" type="none"/>
                    </a:lnB>
                  </a:tcPr>
                </a:tc>
              </a:tr>
              <a:tr h="1954775">
                <a:tc>
                  <a:txBody>
                    <a:bodyPr/>
                    <a:lstStyle/>
                    <a:p>
                      <a:pPr indent="-102870" lvl="0" marL="137160" rtl="0" algn="l">
                        <a:lnSpc>
                          <a:spcPct val="90000"/>
                        </a:lnSpc>
                        <a:spcBef>
                          <a:spcPts val="0"/>
                        </a:spcBef>
                        <a:spcAft>
                          <a:spcPts val="0"/>
                        </a:spcAft>
                        <a:buSzPts val="900"/>
                        <a:buFont typeface="Helvetica"/>
                        <a:buChar char="●"/>
                      </a:pPr>
                      <a:r>
                        <a:rPr lang="en" sz="1100">
                          <a:latin typeface="Helvetica"/>
                          <a:ea typeface="Helvetica"/>
                          <a:cs typeface="Helvetica"/>
                          <a:sym typeface="Helvetica"/>
                        </a:rPr>
                        <a:t>It’s imperative that each party’s contributions and roles are clearly outlined, and that all potential liabilities or areas of concern are addressed.</a:t>
                      </a:r>
                      <a:endParaRPr sz="1100">
                        <a:latin typeface="Helvetica"/>
                        <a:ea typeface="Helvetica"/>
                        <a:cs typeface="Helvetica"/>
                        <a:sym typeface="Helvetica"/>
                      </a:endParaRPr>
                    </a:p>
                    <a:p>
                      <a:pPr indent="-102870" lvl="0" marL="137160" rtl="0" algn="l">
                        <a:lnSpc>
                          <a:spcPct val="90000"/>
                        </a:lnSpc>
                        <a:spcBef>
                          <a:spcPts val="600"/>
                        </a:spcBef>
                        <a:spcAft>
                          <a:spcPts val="0"/>
                        </a:spcAft>
                        <a:buSzPts val="900"/>
                        <a:buFont typeface="Helvetica"/>
                        <a:buChar char="●"/>
                      </a:pPr>
                      <a:r>
                        <a:t/>
                      </a:r>
                      <a:endParaRPr sz="1100">
                        <a:latin typeface="Helvetica"/>
                        <a:ea typeface="Helvetica"/>
                        <a:cs typeface="Helvetica"/>
                        <a:sym typeface="Helvetica"/>
                      </a:endParaRPr>
                    </a:p>
                    <a:p>
                      <a:pPr indent="-45720" lvl="0" marL="137160" rtl="0" algn="l">
                        <a:lnSpc>
                          <a:spcPct val="90000"/>
                        </a:lnSpc>
                        <a:spcBef>
                          <a:spcPts val="600"/>
                        </a:spcBef>
                        <a:spcAft>
                          <a:spcPts val="600"/>
                        </a:spcAft>
                        <a:buNone/>
                      </a:pPr>
                      <a:r>
                        <a:t/>
                      </a:r>
                      <a:endParaRPr sz="1100">
                        <a:latin typeface="Helvetica"/>
                        <a:ea typeface="Helvetica"/>
                        <a:cs typeface="Helvetica"/>
                        <a:sym typeface="Helvetica"/>
                      </a:endParaRPr>
                    </a:p>
                  </a:txBody>
                  <a:tcPr marT="274300" marB="182875" marR="274300" marL="2651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45720" lvl="0" marL="137160" rtl="0" algn="l">
                        <a:lnSpc>
                          <a:spcPct val="90000"/>
                        </a:lnSpc>
                        <a:spcBef>
                          <a:spcPts val="0"/>
                        </a:spcBef>
                        <a:spcAft>
                          <a:spcPts val="600"/>
                        </a:spcAft>
                        <a:buNone/>
                      </a:pPr>
                      <a:r>
                        <a:t/>
                      </a:r>
                      <a:endParaRPr sz="1100">
                        <a:solidFill>
                          <a:srgbClr val="1E1919"/>
                        </a:solidFill>
                        <a:latin typeface="Helvetica"/>
                        <a:ea typeface="Helvetica"/>
                        <a:cs typeface="Helvetica"/>
                        <a:sym typeface="Helvetica"/>
                      </a:endParaRPr>
                    </a:p>
                  </a:txBody>
                  <a:tcPr marT="0" marB="0"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102870" lvl="0" marL="137160" rtl="0" algn="l">
                        <a:lnSpc>
                          <a:spcPct val="90000"/>
                        </a:lnSpc>
                        <a:spcBef>
                          <a:spcPts val="0"/>
                        </a:spcBef>
                        <a:spcAft>
                          <a:spcPts val="0"/>
                        </a:spcAft>
                        <a:buClr>
                          <a:srgbClr val="1E1919"/>
                        </a:buClr>
                        <a:buSzPts val="900"/>
                        <a:buFont typeface="Helvetica"/>
                        <a:buChar char="●"/>
                      </a:pPr>
                      <a:r>
                        <a:rPr lang="en" sz="1100">
                          <a:solidFill>
                            <a:srgbClr val="1E1919"/>
                          </a:solidFill>
                          <a:latin typeface="Helvetica"/>
                          <a:ea typeface="Helvetica"/>
                          <a:cs typeface="Helvetica"/>
                          <a:sym typeface="Helvetica"/>
                        </a:rPr>
                        <a:t>Include any necessary details here regarding revenue sharing, profit sharing, or royalties. If any of these items are dependent on future conversations, mark them as TBD and return to the topic later. </a:t>
                      </a:r>
                      <a:endParaRPr sz="1100">
                        <a:solidFill>
                          <a:srgbClr val="1E1919"/>
                        </a:solidFill>
                        <a:latin typeface="Helvetica"/>
                        <a:ea typeface="Helvetica"/>
                        <a:cs typeface="Helvetica"/>
                        <a:sym typeface="Helvetica"/>
                      </a:endParaRPr>
                    </a:p>
                    <a:p>
                      <a:pPr indent="-115570" lvl="0" marL="137160" rtl="0" algn="l">
                        <a:lnSpc>
                          <a:spcPct val="90000"/>
                        </a:lnSpc>
                        <a:spcBef>
                          <a:spcPts val="600"/>
                        </a:spcBef>
                        <a:spcAft>
                          <a:spcPts val="600"/>
                        </a:spcAft>
                        <a:buClr>
                          <a:srgbClr val="1E1919"/>
                        </a:buClr>
                        <a:buSzPts val="1100"/>
                        <a:buFont typeface="Helvetica"/>
                        <a:buChar char="●"/>
                      </a:pPr>
                      <a:r>
                        <a:t/>
                      </a:r>
                      <a:endParaRPr sz="1100">
                        <a:solidFill>
                          <a:srgbClr val="1E1919"/>
                        </a:solidFill>
                        <a:latin typeface="Helvetica"/>
                        <a:ea typeface="Helvetica"/>
                        <a:cs typeface="Helvetica"/>
                        <a:sym typeface="Helvetica"/>
                      </a:endParaRPr>
                    </a:p>
                  </a:txBody>
                  <a:tcPr marT="274300" marB="182875" marR="274300" marL="2651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r>
            </a:tbl>
          </a:graphicData>
        </a:graphic>
      </p:graphicFrame>
      <p:sp>
        <p:nvSpPr>
          <p:cNvPr id="255" name="Google Shape;255;p33"/>
          <p:cNvSpPr txBox="1"/>
          <p:nvPr/>
        </p:nvSpPr>
        <p:spPr>
          <a:xfrm>
            <a:off x="410750" y="328450"/>
            <a:ext cx="6767700" cy="450300"/>
          </a:xfrm>
          <a:prstGeom prst="rect">
            <a:avLst/>
          </a:prstGeom>
          <a:noFill/>
          <a:ln>
            <a:noFill/>
          </a:ln>
        </p:spPr>
        <p:txBody>
          <a:bodyPr anchorCtr="0" anchor="t" bIns="17125" lIns="34275" spcFirstLastPara="1" rIns="34275" wrap="square" tIns="17125">
            <a:spAutoFit/>
          </a:bodyPr>
          <a:lstStyle/>
          <a:p>
            <a:pPr indent="0" lvl="0" marL="0" marR="0" rtl="0" algn="l">
              <a:lnSpc>
                <a:spcPct val="90000"/>
              </a:lnSpc>
              <a:spcBef>
                <a:spcPts val="0"/>
              </a:spcBef>
              <a:spcAft>
                <a:spcPts val="0"/>
              </a:spcAft>
              <a:buNone/>
            </a:pPr>
            <a:r>
              <a:rPr b="1" lang="en" sz="3000">
                <a:solidFill>
                  <a:schemeClr val="dk1"/>
                </a:solidFill>
                <a:latin typeface="Helvetica"/>
                <a:ea typeface="Helvetica"/>
                <a:cs typeface="Helvetica"/>
                <a:sym typeface="Helvetica"/>
              </a:rPr>
              <a:t>Legal Considerations</a:t>
            </a:r>
            <a:endParaRPr sz="1800">
              <a:solidFill>
                <a:schemeClr val="dk1"/>
              </a:solidFill>
              <a:latin typeface="Helvetica"/>
              <a:ea typeface="Helvetica"/>
              <a:cs typeface="Helvetica"/>
              <a:sym typeface="Helvetica"/>
            </a:endParaRPr>
          </a:p>
        </p:txBody>
      </p:sp>
      <p:sp>
        <p:nvSpPr>
          <p:cNvPr id="256" name="Google Shape;256;p33"/>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sp>
        <p:nvSpPr>
          <p:cNvPr id="258" name="Google Shape;258;p33"/>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p34"/>
          <p:cNvSpPr txBox="1"/>
          <p:nvPr>
            <p:ph idx="1" type="subTitle"/>
          </p:nvPr>
        </p:nvSpPr>
        <p:spPr>
          <a:xfrm>
            <a:off x="457200" y="2921438"/>
            <a:ext cx="2212200" cy="3936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solidFill>
                  <a:schemeClr val="dk1"/>
                </a:solidFill>
                <a:latin typeface="Helvetica"/>
                <a:ea typeface="Helvetica"/>
                <a:cs typeface="Helvetica"/>
                <a:sym typeface="Helvetica"/>
              </a:rPr>
              <a:t>[Address | Phone | Email]</a:t>
            </a:r>
            <a:endParaRPr>
              <a:solidFill>
                <a:schemeClr val="dk1"/>
              </a:solidFill>
              <a:latin typeface="Helvetica"/>
              <a:ea typeface="Helvetica"/>
              <a:cs typeface="Helvetica"/>
              <a:sym typeface="Helvetica"/>
            </a:endParaRPr>
          </a:p>
        </p:txBody>
      </p:sp>
      <p:sp>
        <p:nvSpPr>
          <p:cNvPr id="264" name="Google Shape;264;p34"/>
          <p:cNvSpPr txBox="1"/>
          <p:nvPr>
            <p:ph type="title"/>
          </p:nvPr>
        </p:nvSpPr>
        <p:spPr>
          <a:xfrm>
            <a:off x="413250" y="1371863"/>
            <a:ext cx="2603100" cy="6861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b="1" lang="en" sz="3600">
                <a:solidFill>
                  <a:schemeClr val="dk1"/>
                </a:solidFill>
                <a:latin typeface="Helvetica"/>
                <a:ea typeface="Helvetica"/>
                <a:cs typeface="Helvetica"/>
                <a:sym typeface="Helvetica"/>
              </a:rPr>
              <a:t>[Company]</a:t>
            </a:r>
            <a:endParaRPr b="1" sz="3600">
              <a:solidFill>
                <a:schemeClr val="dk1"/>
              </a:solidFill>
              <a:latin typeface="Helvetica"/>
              <a:ea typeface="Helvetica"/>
              <a:cs typeface="Helvetica"/>
              <a:sym typeface="Helvetica"/>
            </a:endParaRPr>
          </a:p>
          <a:p>
            <a:pPr indent="0" lvl="0" marL="0" rtl="0" algn="l">
              <a:spcBef>
                <a:spcPts val="0"/>
              </a:spcBef>
              <a:spcAft>
                <a:spcPts val="0"/>
              </a:spcAft>
              <a:buNone/>
            </a:pPr>
            <a:r>
              <a:t/>
            </a:r>
            <a:endParaRPr sz="3600"/>
          </a:p>
        </p:txBody>
      </p:sp>
      <p:sp>
        <p:nvSpPr>
          <p:cNvPr id="265" name="Google Shape;265;p34"/>
          <p:cNvSpPr txBox="1"/>
          <p:nvPr>
            <p:ph type="title"/>
          </p:nvPr>
        </p:nvSpPr>
        <p:spPr>
          <a:xfrm>
            <a:off x="413250" y="1991738"/>
            <a:ext cx="4038600" cy="384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sz="2200">
                <a:solidFill>
                  <a:schemeClr val="dk1"/>
                </a:solidFill>
                <a:latin typeface="Helvetica"/>
                <a:ea typeface="Helvetica"/>
                <a:cs typeface="Helvetica"/>
                <a:sym typeface="Helvetica"/>
              </a:rPr>
              <a:t>Sponsorship Proposal - [date]</a:t>
            </a:r>
            <a:endParaRPr sz="2200">
              <a:solidFill>
                <a:schemeClr val="dk1"/>
              </a:solidFill>
              <a:latin typeface="Helvetica"/>
              <a:ea typeface="Helvetica"/>
              <a:cs typeface="Helvetica"/>
              <a:sym typeface="Helvetica"/>
            </a:endParaRPr>
          </a:p>
          <a:p>
            <a:pPr indent="0" lvl="0" marL="0" rtl="0" algn="l">
              <a:spcBef>
                <a:spcPts val="0"/>
              </a:spcBef>
              <a:spcAft>
                <a:spcPts val="0"/>
              </a:spcAft>
              <a:buNone/>
            </a:pPr>
            <a:r>
              <a:t/>
            </a:r>
            <a:endParaRPr sz="3600"/>
          </a:p>
        </p:txBody>
      </p:sp>
      <p:sp>
        <p:nvSpPr>
          <p:cNvPr id="266" name="Google Shape;266;p34"/>
          <p:cNvSpPr txBox="1"/>
          <p:nvPr>
            <p:ph type="title"/>
          </p:nvPr>
        </p:nvSpPr>
        <p:spPr>
          <a:xfrm>
            <a:off x="413250" y="2431263"/>
            <a:ext cx="3296400" cy="31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1800">
                <a:solidFill>
                  <a:schemeClr val="dk1"/>
                </a:solidFill>
                <a:latin typeface="Helvetica"/>
                <a:ea typeface="Helvetica"/>
                <a:cs typeface="Helvetica"/>
                <a:sym typeface="Helvetica"/>
              </a:rPr>
              <a:t>[website]</a:t>
            </a:r>
            <a:endParaRPr sz="3600">
              <a:solidFill>
                <a:schemeClr val="dk1"/>
              </a:solidFill>
              <a:latin typeface="Helvetica"/>
              <a:ea typeface="Helvetica"/>
              <a:cs typeface="Helvetica"/>
              <a:sym typeface="Helvetica"/>
            </a:endParaRPr>
          </a:p>
        </p:txBody>
      </p:sp>
      <p:sp>
        <p:nvSpPr>
          <p:cNvPr id="267" name="Google Shape;267;p34"/>
          <p:cNvSpPr txBox="1"/>
          <p:nvPr/>
        </p:nvSpPr>
        <p:spPr>
          <a:xfrm>
            <a:off x="1511300" y="4541700"/>
            <a:ext cx="2352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rgbClr val="666666"/>
                </a:solidFill>
                <a:latin typeface="Helvetica Neue"/>
                <a:ea typeface="Helvetica Neue"/>
                <a:cs typeface="Helvetica Neue"/>
                <a:sym typeface="Helvetica Neue"/>
              </a:rPr>
              <a:t>Confidential | Last updated [mm/dd/yy]</a:t>
            </a:r>
            <a:endParaRPr sz="1000">
              <a:solidFill>
                <a:srgbClr val="666666"/>
              </a:solidFill>
              <a:latin typeface="Helvetica Neue"/>
              <a:ea typeface="Helvetica Neue"/>
              <a:cs typeface="Helvetica Neue"/>
              <a:sym typeface="Helvetica Neue"/>
            </a:endParaRPr>
          </a:p>
        </p:txBody>
      </p:sp>
      <p:grpSp>
        <p:nvGrpSpPr>
          <p:cNvPr id="268" name="Google Shape;268;p34"/>
          <p:cNvGrpSpPr/>
          <p:nvPr/>
        </p:nvGrpSpPr>
        <p:grpSpPr>
          <a:xfrm>
            <a:off x="457200" y="4461450"/>
            <a:ext cx="919500" cy="314400"/>
            <a:chOff x="457200" y="4461450"/>
            <a:chExt cx="919500" cy="314400"/>
          </a:xfrm>
        </p:grpSpPr>
        <p:sp>
          <p:nvSpPr>
            <p:cNvPr id="269" name="Google Shape;269;p34"/>
            <p:cNvSpPr/>
            <p:nvPr/>
          </p:nvSpPr>
          <p:spPr>
            <a:xfrm>
              <a:off x="457200" y="4461450"/>
              <a:ext cx="919500" cy="3144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4"/>
            <p:cNvSpPr txBox="1"/>
            <p:nvPr/>
          </p:nvSpPr>
          <p:spPr>
            <a:xfrm>
              <a:off x="546900" y="4529400"/>
              <a:ext cx="740100" cy="178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666666"/>
                  </a:solidFill>
                  <a:latin typeface="Helvetica Neue"/>
                  <a:ea typeface="Helvetica Neue"/>
                  <a:cs typeface="Helvetica Neue"/>
                  <a:sym typeface="Helvetica Neue"/>
                </a:rPr>
                <a:t>Your logo</a:t>
              </a:r>
              <a:endParaRPr sz="1100">
                <a:solidFill>
                  <a:srgbClr val="666666"/>
                </a:solidFill>
                <a:latin typeface="Helvetica Neue"/>
                <a:ea typeface="Helvetica Neue"/>
                <a:cs typeface="Helvetica Neue"/>
                <a:sym typeface="Helvetica Neue"/>
              </a:endParaRPr>
            </a:p>
          </p:txBody>
        </p:sp>
      </p:grpSp>
      <p:sp>
        <p:nvSpPr>
          <p:cNvPr id="271" name="Google Shape;271;p34"/>
          <p:cNvSpPr/>
          <p:nvPr/>
        </p:nvSpPr>
        <p:spPr>
          <a:xfrm>
            <a:off x="4505325" y="552450"/>
            <a:ext cx="4038600" cy="40386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
          <p:cNvSpPr txBox="1"/>
          <p:nvPr/>
        </p:nvSpPr>
        <p:spPr>
          <a:xfrm>
            <a:off x="6154575" y="2379450"/>
            <a:ext cx="740100" cy="3846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rPr lang="en" sz="1100">
                <a:solidFill>
                  <a:srgbClr val="999999"/>
                </a:solidFill>
                <a:latin typeface="Helvetica Neue"/>
                <a:ea typeface="Helvetica Neue"/>
                <a:cs typeface="Helvetica Neue"/>
                <a:sym typeface="Helvetica Neue"/>
              </a:rPr>
              <a:t>Add image</a:t>
            </a:r>
            <a:endParaRPr sz="1100">
              <a:solidFill>
                <a:srgbClr val="999999"/>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